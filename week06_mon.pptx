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36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44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852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20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7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72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020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10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484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712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79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48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15" name="Picture 14" descr="White alphabet letters placed flat and stacked">
            <a:extLst>
              <a:ext uri="{FF2B5EF4-FFF2-40B4-BE49-F238E27FC236}">
                <a16:creationId xmlns:a16="http://schemas.microsoft.com/office/drawing/2014/main" id="{E5317A3E-6A78-7FD3-7CAE-EAAB0286B9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421" r="9091" b="997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9FE614-F745-A84A-E032-8F69E6E2D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36782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100"/>
              <a:t>CSC 110: Concepts of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F1596-3F15-8C4A-51B7-878268A5F4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03288" y="4729138"/>
            <a:ext cx="4488812" cy="1150453"/>
          </a:xfrm>
        </p:spPr>
        <p:txBody>
          <a:bodyPr anchor="b">
            <a:normAutofit/>
          </a:bodyPr>
          <a:lstStyle/>
          <a:p>
            <a:r>
              <a:rPr lang="en-US"/>
              <a:t>Fahmida hamid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5356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C011B-0626-A1AE-9D10-739E09EC6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If-Elif-…-Else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78C59-A75E-5D50-75C7-712FA35E2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2052084"/>
            <a:ext cx="11161776" cy="4293852"/>
          </a:xfrm>
        </p:spPr>
        <p:txBody>
          <a:bodyPr>
            <a:normAutofit/>
          </a:bodyPr>
          <a:lstStyle/>
          <a:p>
            <a:r>
              <a:rPr lang="en-US" sz="2400" dirty="0"/>
              <a:t>We have seen how to use </a:t>
            </a:r>
            <a:r>
              <a:rPr lang="en-US" sz="2400" b="1" dirty="0"/>
              <a:t>conditional structures (</a:t>
            </a:r>
            <a:r>
              <a:rPr lang="en-US" b="1" dirty="0"/>
              <a:t>if</a:t>
            </a:r>
            <a:r>
              <a:rPr lang="en-US" sz="2400" b="1" dirty="0"/>
              <a:t>/</a:t>
            </a:r>
            <a:r>
              <a:rPr lang="en-US" b="1" dirty="0"/>
              <a:t>else</a:t>
            </a:r>
            <a:r>
              <a:rPr lang="en-US" sz="2400" b="1" dirty="0"/>
              <a:t>)</a:t>
            </a:r>
            <a:r>
              <a:rPr lang="en-US" sz="2400" dirty="0"/>
              <a:t> to make a decision and take an action.</a:t>
            </a:r>
          </a:p>
          <a:p>
            <a:r>
              <a:rPr lang="en-US" sz="2400" dirty="0"/>
              <a:t>But real-world conditions are not always simple. Sometimes, </a:t>
            </a:r>
            <a:r>
              <a:rPr lang="en-US" sz="2400" b="1" dirty="0"/>
              <a:t>several conditions or choices together</a:t>
            </a:r>
            <a:r>
              <a:rPr lang="en-US" sz="2400" dirty="0"/>
              <a:t> determine what action we should take.</a:t>
            </a:r>
          </a:p>
          <a:p>
            <a:r>
              <a:rPr lang="en-US" sz="2400" dirty="0"/>
              <a:t>But what if our decision depends on </a:t>
            </a:r>
            <a:r>
              <a:rPr lang="en-US" sz="2400" b="1" dirty="0"/>
              <a:t>two or more conditions</a:t>
            </a:r>
            <a:r>
              <a:rPr lang="en-US" sz="2400" dirty="0"/>
              <a:t>? What if </a:t>
            </a:r>
            <a:r>
              <a:rPr lang="en-US" sz="2400" b="1" dirty="0"/>
              <a:t>both conditions</a:t>
            </a:r>
            <a:r>
              <a:rPr lang="en-US" sz="2400" dirty="0"/>
              <a:t> must be true? What if </a:t>
            </a:r>
            <a:r>
              <a:rPr lang="en-US" sz="2400" b="1" dirty="0"/>
              <a:t>either one</a:t>
            </a:r>
            <a:r>
              <a:rPr lang="en-US" sz="2400" dirty="0"/>
              <a:t> is enough? Or what if we want to make a decision when a condition is </a:t>
            </a:r>
            <a:r>
              <a:rPr lang="en-US" sz="2400" b="1" dirty="0"/>
              <a:t>not true</a:t>
            </a:r>
            <a:r>
              <a:rPr lang="en-US" sz="2400" dirty="0"/>
              <a:t>?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11366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649EC-6F35-3CA3-4C09-A1C9764EF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Single comparison may not be enough.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D9E1B-3AF8-B163-44C2-17A20CE817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We need a way to </a:t>
            </a:r>
            <a:r>
              <a:rPr lang="en-US" b="1" dirty="0"/>
              <a:t>combine or negate conditions</a:t>
            </a:r>
            <a:r>
              <a:rPr lang="en-US" dirty="0"/>
              <a:t> to create more meaningful conditional expressions.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2D179-0933-C376-1CFA-F832D85758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r>
              <a:rPr lang="en-US" dirty="0"/>
              <a:t>Dad will take me out to dinner if I get above 90 in </a:t>
            </a:r>
            <a:r>
              <a:rPr lang="en-US" dirty="0" err="1"/>
              <a:t>maths</a:t>
            </a:r>
            <a:r>
              <a:rPr lang="en-US" dirty="0"/>
              <a:t> quiz and also complete csc-110 homework by 5 pm </a:t>
            </a:r>
          </a:p>
        </p:txBody>
      </p:sp>
    </p:spTree>
    <p:extLst>
      <p:ext uri="{BB962C8B-B14F-4D97-AF65-F5344CB8AC3E}">
        <p14:creationId xmlns:p14="http://schemas.microsoft.com/office/powerpoint/2010/main" val="4294593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1692-8D68-208A-E7AE-E67303550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and, or, not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503E1-1500-3554-DBBC-F7A5FAE8F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and</a:t>
            </a:r>
            <a:r>
              <a:rPr lang="en-US" sz="2800" dirty="0"/>
              <a:t> → I need this AND that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b="1" dirty="0">
                <a:solidFill>
                  <a:srgbClr val="7030A0"/>
                </a:solidFill>
              </a:rPr>
              <a:t>or </a:t>
            </a:r>
            <a:r>
              <a:rPr lang="en-US" sz="2800" dirty="0"/>
              <a:t>→ I need this OR that (or both)</a:t>
            </a:r>
          </a:p>
          <a:p>
            <a:endParaRPr lang="en-US" sz="2800" dirty="0"/>
          </a:p>
          <a:p>
            <a:r>
              <a:rPr lang="en-US" sz="2800" b="1" dirty="0">
                <a:solidFill>
                  <a:srgbClr val="7030A0"/>
                </a:solidFill>
              </a:rPr>
              <a:t>not </a:t>
            </a:r>
            <a:r>
              <a:rPr lang="en-US" sz="2800" dirty="0"/>
              <a:t>→ I need the opposite of this condition/value</a:t>
            </a:r>
          </a:p>
        </p:txBody>
      </p:sp>
    </p:spTree>
    <p:extLst>
      <p:ext uri="{BB962C8B-B14F-4D97-AF65-F5344CB8AC3E}">
        <p14:creationId xmlns:p14="http://schemas.microsoft.com/office/powerpoint/2010/main" val="2494587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B5D14-C8FB-AE48-8F19-3A2ED4D22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code: not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C4094-C931-6B0E-438C-8F3AF4A0E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passed = True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score = float(input("Enter your score: "))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score &lt; 60: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passed =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passed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f"Passed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? {passed}")</a:t>
            </a:r>
          </a:p>
        </p:txBody>
      </p:sp>
    </p:spTree>
    <p:extLst>
      <p:ext uri="{BB962C8B-B14F-4D97-AF65-F5344CB8AC3E}">
        <p14:creationId xmlns:p14="http://schemas.microsoft.com/office/powerpoint/2010/main" val="219032700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218</Words>
  <Application>Microsoft Macintosh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Bierstadt</vt:lpstr>
      <vt:lpstr>Courier New</vt:lpstr>
      <vt:lpstr>Neue Haas Grotesk Text Pro</vt:lpstr>
      <vt:lpstr>GestaltVTI</vt:lpstr>
      <vt:lpstr>CSC 110: Concepts of Programming</vt:lpstr>
      <vt:lpstr>If-Elif-…-Else</vt:lpstr>
      <vt:lpstr>A Single comparison may not be enough.</vt:lpstr>
      <vt:lpstr>and, or, not</vt:lpstr>
      <vt:lpstr>Sample code: not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Fahmida Hamid</dc:creator>
  <cp:lastModifiedBy>Fahmida Hamid</cp:lastModifiedBy>
  <cp:revision>1</cp:revision>
  <dcterms:created xsi:type="dcterms:W3CDTF">2026-09-28T06:16:45Z</dcterms:created>
  <dcterms:modified xsi:type="dcterms:W3CDTF">2026-09-28T06:25:26Z</dcterms:modified>
</cp:coreProperties>
</file>