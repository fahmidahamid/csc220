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4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DED48-57A2-3C52-4E3C-D554DC731ED2}" v="43" dt="2026-09-03T16:12:04.896"/>
    <p1510:client id="{4451BAF4-DD2A-F5E4-3A0C-9149086EF32E}" v="519" dt="2026-09-03T06:33:32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mida Hamid" userId="S::fhamid@callutheran.edu::575dc0a0-3c6d-400f-847b-a75a38d7fed1" providerId="AD" clId="Web-{4451BAF4-DD2A-F5E4-3A0C-9149086EF32E}"/>
    <pc:docChg chg="mod addSld delSld modSld sldOrd addMainMaster delMainMaster">
      <pc:chgData name="Fahmida Hamid" userId="S::fhamid@callutheran.edu::575dc0a0-3c6d-400f-847b-a75a38d7fed1" providerId="AD" clId="Web-{4451BAF4-DD2A-F5E4-3A0C-9149086EF32E}" dt="2026-09-03T06:33:32.532" v="537"/>
      <pc:docMkLst>
        <pc:docMk/>
      </pc:docMkLst>
      <pc:sldChg chg="modSp mod modClrScheme chgLayout">
        <pc:chgData name="Fahmida Hamid" userId="S::fhamid@callutheran.edu::575dc0a0-3c6d-400f-847b-a75a38d7fed1" providerId="AD" clId="Web-{4451BAF4-DD2A-F5E4-3A0C-9149086EF32E}" dt="2026-09-03T06:13:41.919" v="354" actId="20577"/>
        <pc:sldMkLst>
          <pc:docMk/>
          <pc:sldMk cId="109857222" sldId="256"/>
        </pc:sldMkLst>
        <pc:spChg chg="mod ord">
          <ac:chgData name="Fahmida Hamid" userId="S::fhamid@callutheran.edu::575dc0a0-3c6d-400f-847b-a75a38d7fed1" providerId="AD" clId="Web-{4451BAF4-DD2A-F5E4-3A0C-9149086EF32E}" dt="2026-09-03T05:40:06.923" v="13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3:41.919" v="35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modClrScheme chgLayout">
        <pc:chgData name="Fahmida Hamid" userId="S::fhamid@callutheran.edu::575dc0a0-3c6d-400f-847b-a75a38d7fed1" providerId="AD" clId="Web-{4451BAF4-DD2A-F5E4-3A0C-9149086EF32E}" dt="2026-09-03T05:47:17.169" v="66"/>
        <pc:sldMkLst>
          <pc:docMk/>
          <pc:sldMk cId="1346420507" sldId="257"/>
        </pc:sldMkLst>
        <pc:spChg chg="mod">
          <ac:chgData name="Fahmida Hamid" userId="S::fhamid@callutheran.edu::575dc0a0-3c6d-400f-847b-a75a38d7fed1" providerId="AD" clId="Web-{4451BAF4-DD2A-F5E4-3A0C-9149086EF32E}" dt="2026-09-03T05:47:17.169" v="66"/>
          <ac:spMkLst>
            <pc:docMk/>
            <pc:sldMk cId="1346420507" sldId="257"/>
            <ac:spMk id="2" creationId="{E97B1895-DAAF-ECB0-C034-A2424EBAA5FD}"/>
          </ac:spMkLst>
        </pc:spChg>
        <pc:spChg chg="del">
          <ac:chgData name="Fahmida Hamid" userId="S::fhamid@callutheran.edu::575dc0a0-3c6d-400f-847b-a75a38d7fed1" providerId="AD" clId="Web-{4451BAF4-DD2A-F5E4-3A0C-9149086EF32E}" dt="2026-09-03T05:43:18.866" v="40"/>
          <ac:spMkLst>
            <pc:docMk/>
            <pc:sldMk cId="1346420507" sldId="257"/>
            <ac:spMk id="3" creationId="{E19814BC-7B9C-6214-6733-ABBDCF7B2B63}"/>
          </ac:spMkLst>
        </pc:spChg>
        <pc:spChg chg="mod">
          <ac:chgData name="Fahmida Hamid" userId="S::fhamid@callutheran.edu::575dc0a0-3c6d-400f-847b-a75a38d7fed1" providerId="AD" clId="Web-{4451BAF4-DD2A-F5E4-3A0C-9149086EF32E}" dt="2026-09-03T05:47:17.169" v="66"/>
          <ac:spMkLst>
            <pc:docMk/>
            <pc:sldMk cId="1346420507" sldId="257"/>
            <ac:spMk id="4" creationId="{B1199D0C-546D-190C-4EBF-6958A3E5FD7C}"/>
          </ac:spMkLst>
        </pc:spChg>
        <pc:spChg chg="mod">
          <ac:chgData name="Fahmida Hamid" userId="S::fhamid@callutheran.edu::575dc0a0-3c6d-400f-847b-a75a38d7fed1" providerId="AD" clId="Web-{4451BAF4-DD2A-F5E4-3A0C-9149086EF32E}" dt="2026-09-03T05:47:17.169" v="66"/>
          <ac:spMkLst>
            <pc:docMk/>
            <pc:sldMk cId="1346420507" sldId="257"/>
            <ac:spMk id="5" creationId="{46CA1AB2-9AFD-A762-13E1-2F5F377279C7}"/>
          </ac:spMkLst>
        </pc:spChg>
        <pc:spChg chg="mod">
          <ac:chgData name="Fahmida Hamid" userId="S::fhamid@callutheran.edu::575dc0a0-3c6d-400f-847b-a75a38d7fed1" providerId="AD" clId="Web-{4451BAF4-DD2A-F5E4-3A0C-9149086EF32E}" dt="2026-09-03T05:47:17.169" v="66"/>
          <ac:spMkLst>
            <pc:docMk/>
            <pc:sldMk cId="1346420507" sldId="257"/>
            <ac:spMk id="6" creationId="{EA00C3CB-7DD4-3200-D32B-0DC1D2F0958B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5:46:57.169" v="64"/>
          <ac:spMkLst>
            <pc:docMk/>
            <pc:sldMk cId="1346420507" sldId="257"/>
            <ac:spMk id="9" creationId="{6C3998AB-B17F-F9D0-1FBF-E3DBC0158FF7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5:47:17.169" v="66"/>
          <ac:spMkLst>
            <pc:docMk/>
            <pc:sldMk cId="1346420507" sldId="257"/>
            <ac:spMk id="15" creationId="{7089C890-6466-BC4B-52CE-A1F042FE12F8}"/>
          </ac:spMkLst>
        </pc:spChg>
        <pc:picChg chg="add del mod ord">
          <ac:chgData name="Fahmida Hamid" userId="S::fhamid@callutheran.edu::575dc0a0-3c6d-400f-847b-a75a38d7fed1" providerId="AD" clId="Web-{4451BAF4-DD2A-F5E4-3A0C-9149086EF32E}" dt="2026-09-03T05:46:47.997" v="63"/>
          <ac:picMkLst>
            <pc:docMk/>
            <pc:sldMk cId="1346420507" sldId="257"/>
            <ac:picMk id="7" creationId="{70DBE95F-FBA6-5D63-C05B-773521BFEC89}"/>
          </ac:picMkLst>
        </pc:picChg>
        <pc:picChg chg="add mod ord">
          <ac:chgData name="Fahmida Hamid" userId="S::fhamid@callutheran.edu::575dc0a0-3c6d-400f-847b-a75a38d7fed1" providerId="AD" clId="Web-{4451BAF4-DD2A-F5E4-3A0C-9149086EF32E}" dt="2026-09-03T05:47:17.169" v="66"/>
          <ac:picMkLst>
            <pc:docMk/>
            <pc:sldMk cId="1346420507" sldId="257"/>
            <ac:picMk id="10" creationId="{F8D11DD2-56F3-47B6-8C7C-9EADDE4F686D}"/>
          </ac:picMkLst>
        </pc:picChg>
      </pc:sldChg>
      <pc:sldChg chg="addSp delSp modSp new">
        <pc:chgData name="Fahmida Hamid" userId="S::fhamid@callutheran.edu::575dc0a0-3c6d-400f-847b-a75a38d7fed1" providerId="AD" clId="Web-{4451BAF4-DD2A-F5E4-3A0C-9149086EF32E}" dt="2026-09-03T05:49:48.955" v="84" actId="20577"/>
        <pc:sldMkLst>
          <pc:docMk/>
          <pc:sldMk cId="2190298369" sldId="258"/>
        </pc:sldMkLst>
        <pc:spChg chg="mod">
          <ac:chgData name="Fahmida Hamid" userId="S::fhamid@callutheran.edu::575dc0a0-3c6d-400f-847b-a75a38d7fed1" providerId="AD" clId="Web-{4451BAF4-DD2A-F5E4-3A0C-9149086EF32E}" dt="2026-09-03T05:49:48.955" v="84" actId="20577"/>
          <ac:spMkLst>
            <pc:docMk/>
            <pc:sldMk cId="2190298369" sldId="258"/>
            <ac:spMk id="2" creationId="{EDD24E97-58CC-CCA0-F3DF-46D5C7786EA1}"/>
          </ac:spMkLst>
        </pc:spChg>
        <pc:spChg chg="del">
          <ac:chgData name="Fahmida Hamid" userId="S::fhamid@callutheran.edu::575dc0a0-3c6d-400f-847b-a75a38d7fed1" providerId="AD" clId="Web-{4451BAF4-DD2A-F5E4-3A0C-9149086EF32E}" dt="2026-09-03T05:49:27.548" v="81"/>
          <ac:spMkLst>
            <pc:docMk/>
            <pc:sldMk cId="2190298369" sldId="258"/>
            <ac:spMk id="3" creationId="{40F5EE4E-09EA-F0BE-CA55-874E61DBBB8B}"/>
          </ac:spMkLst>
        </pc:spChg>
        <pc:picChg chg="add mod ord">
          <ac:chgData name="Fahmida Hamid" userId="S::fhamid@callutheran.edu::575dc0a0-3c6d-400f-847b-a75a38d7fed1" providerId="AD" clId="Web-{4451BAF4-DD2A-F5E4-3A0C-9149086EF32E}" dt="2026-09-03T05:49:31.955" v="83" actId="1076"/>
          <ac:picMkLst>
            <pc:docMk/>
            <pc:sldMk cId="2190298369" sldId="258"/>
            <ac:picMk id="7" creationId="{1C4500D5-5F02-98D3-5FC5-2C7A45417B0F}"/>
          </ac:picMkLst>
        </pc:picChg>
      </pc:sldChg>
      <pc:sldChg chg="addSp delSp modSp new">
        <pc:chgData name="Fahmida Hamid" userId="S::fhamid@callutheran.edu::575dc0a0-3c6d-400f-847b-a75a38d7fed1" providerId="AD" clId="Web-{4451BAF4-DD2A-F5E4-3A0C-9149086EF32E}" dt="2026-09-03T05:51:25.661" v="96"/>
        <pc:sldMkLst>
          <pc:docMk/>
          <pc:sldMk cId="142760580" sldId="259"/>
        </pc:sldMkLst>
        <pc:spChg chg="mod">
          <ac:chgData name="Fahmida Hamid" userId="S::fhamid@callutheran.edu::575dc0a0-3c6d-400f-847b-a75a38d7fed1" providerId="AD" clId="Web-{4451BAF4-DD2A-F5E4-3A0C-9149086EF32E}" dt="2026-09-03T05:51:18.723" v="95" actId="20577"/>
          <ac:spMkLst>
            <pc:docMk/>
            <pc:sldMk cId="142760580" sldId="259"/>
            <ac:spMk id="2" creationId="{12175881-F183-7C54-C8F8-A5EB9AF9EE12}"/>
          </ac:spMkLst>
        </pc:spChg>
        <pc:spChg chg="del">
          <ac:chgData name="Fahmida Hamid" userId="S::fhamid@callutheran.edu::575dc0a0-3c6d-400f-847b-a75a38d7fed1" providerId="AD" clId="Web-{4451BAF4-DD2A-F5E4-3A0C-9149086EF32E}" dt="2026-09-03T05:51:25.661" v="96"/>
          <ac:spMkLst>
            <pc:docMk/>
            <pc:sldMk cId="142760580" sldId="259"/>
            <ac:spMk id="3" creationId="{98B8FB35-A28C-2663-6E40-A1E6CD6350CC}"/>
          </ac:spMkLst>
        </pc:spChg>
        <pc:picChg chg="add mod ord">
          <ac:chgData name="Fahmida Hamid" userId="S::fhamid@callutheran.edu::575dc0a0-3c6d-400f-847b-a75a38d7fed1" providerId="AD" clId="Web-{4451BAF4-DD2A-F5E4-3A0C-9149086EF32E}" dt="2026-09-03T05:51:25.661" v="96"/>
          <ac:picMkLst>
            <pc:docMk/>
            <pc:sldMk cId="142760580" sldId="259"/>
            <ac:picMk id="7" creationId="{878A679B-FCB9-B14D-F8C6-D7E0154E79A2}"/>
          </ac:picMkLst>
        </pc:picChg>
      </pc:sldChg>
      <pc:sldChg chg="modSp new">
        <pc:chgData name="Fahmida Hamid" userId="S::fhamid@callutheran.edu::575dc0a0-3c6d-400f-847b-a75a38d7fed1" providerId="AD" clId="Web-{4451BAF4-DD2A-F5E4-3A0C-9149086EF32E}" dt="2026-09-03T05:52:47.710" v="118" actId="20577"/>
        <pc:sldMkLst>
          <pc:docMk/>
          <pc:sldMk cId="1260701867" sldId="260"/>
        </pc:sldMkLst>
        <pc:spChg chg="mod">
          <ac:chgData name="Fahmida Hamid" userId="S::fhamid@callutheran.edu::575dc0a0-3c6d-400f-847b-a75a38d7fed1" providerId="AD" clId="Web-{4451BAF4-DD2A-F5E4-3A0C-9149086EF32E}" dt="2026-09-03T05:52:18.444" v="110" actId="20577"/>
          <ac:spMkLst>
            <pc:docMk/>
            <pc:sldMk cId="1260701867" sldId="260"/>
            <ac:spMk id="2" creationId="{E66B290E-9CA6-4966-A986-4203F22E346A}"/>
          </ac:spMkLst>
        </pc:spChg>
        <pc:spChg chg="mod">
          <ac:chgData name="Fahmida Hamid" userId="S::fhamid@callutheran.edu::575dc0a0-3c6d-400f-847b-a75a38d7fed1" providerId="AD" clId="Web-{4451BAF4-DD2A-F5E4-3A0C-9149086EF32E}" dt="2026-09-03T05:52:47.710" v="118" actId="20577"/>
          <ac:spMkLst>
            <pc:docMk/>
            <pc:sldMk cId="1260701867" sldId="260"/>
            <ac:spMk id="3" creationId="{F4D150D4-9641-7135-C032-374C12F24FCB}"/>
          </ac:spMkLst>
        </pc:spChg>
      </pc:sldChg>
      <pc:sldChg chg="addSp delSp modSp new del">
        <pc:chgData name="Fahmida Hamid" userId="S::fhamid@callutheran.edu::575dc0a0-3c6d-400f-847b-a75a38d7fed1" providerId="AD" clId="Web-{4451BAF4-DD2A-F5E4-3A0C-9149086EF32E}" dt="2026-09-03T05:57:02.530" v="126"/>
        <pc:sldMkLst>
          <pc:docMk/>
          <pc:sldMk cId="1205200379" sldId="261"/>
        </pc:sldMkLst>
        <pc:spChg chg="del mod">
          <ac:chgData name="Fahmida Hamid" userId="S::fhamid@callutheran.edu::575dc0a0-3c6d-400f-847b-a75a38d7fed1" providerId="AD" clId="Web-{4451BAF4-DD2A-F5E4-3A0C-9149086EF32E}" dt="2026-09-03T05:55:26.418" v="122"/>
          <ac:spMkLst>
            <pc:docMk/>
            <pc:sldMk cId="1205200379" sldId="261"/>
            <ac:spMk id="2" creationId="{CE5E8B2D-5973-20D4-1F67-E3A9C5D79AFC}"/>
          </ac:spMkLst>
        </pc:spChg>
        <pc:spChg chg="add mod">
          <ac:chgData name="Fahmida Hamid" userId="S::fhamid@callutheran.edu::575dc0a0-3c6d-400f-847b-a75a38d7fed1" providerId="AD" clId="Web-{4451BAF4-DD2A-F5E4-3A0C-9149086EF32E}" dt="2026-09-03T05:55:26.418" v="122"/>
          <ac:spMkLst>
            <pc:docMk/>
            <pc:sldMk cId="1205200379" sldId="261"/>
            <ac:spMk id="8" creationId="{BC87487E-B962-2110-ACAE-9530201DE805}"/>
          </ac:spMkLst>
        </pc:spChg>
      </pc:sldChg>
      <pc:sldChg chg="addSp modSp new">
        <pc:chgData name="Fahmida Hamid" userId="S::fhamid@callutheran.edu::575dc0a0-3c6d-400f-847b-a75a38d7fed1" providerId="AD" clId="Web-{4451BAF4-DD2A-F5E4-3A0C-9149086EF32E}" dt="2026-09-03T05:56:18.623" v="125" actId="14100"/>
        <pc:sldMkLst>
          <pc:docMk/>
          <pc:sldMk cId="86843620" sldId="262"/>
        </pc:sldMkLst>
        <pc:picChg chg="add mod">
          <ac:chgData name="Fahmida Hamid" userId="S::fhamid@callutheran.edu::575dc0a0-3c6d-400f-847b-a75a38d7fed1" providerId="AD" clId="Web-{4451BAF4-DD2A-F5E4-3A0C-9149086EF32E}" dt="2026-09-03T05:56:18.623" v="125" actId="14100"/>
          <ac:picMkLst>
            <pc:docMk/>
            <pc:sldMk cId="86843620" sldId="262"/>
            <ac:picMk id="5" creationId="{C2C7130C-531B-3FF9-E80B-F030065EBCB5}"/>
          </ac:picMkLst>
        </pc:picChg>
      </pc:sldChg>
      <pc:sldChg chg="new del">
        <pc:chgData name="Fahmida Hamid" userId="S::fhamid@callutheran.edu::575dc0a0-3c6d-400f-847b-a75a38d7fed1" providerId="AD" clId="Web-{4451BAF4-DD2A-F5E4-3A0C-9149086EF32E}" dt="2026-09-03T05:58:26.423" v="133"/>
        <pc:sldMkLst>
          <pc:docMk/>
          <pc:sldMk cId="1741246647" sldId="263"/>
        </pc:sldMkLst>
      </pc:sldChg>
      <pc:sldChg chg="modSp new ord">
        <pc:chgData name="Fahmida Hamid" userId="S::fhamid@callutheran.edu::575dc0a0-3c6d-400f-847b-a75a38d7fed1" providerId="AD" clId="Web-{4451BAF4-DD2A-F5E4-3A0C-9149086EF32E}" dt="2026-09-03T06:05:53.390" v="272"/>
        <pc:sldMkLst>
          <pc:docMk/>
          <pc:sldMk cId="2184071985" sldId="264"/>
        </pc:sldMkLst>
        <pc:spChg chg="mod">
          <ac:chgData name="Fahmida Hamid" userId="S::fhamid@callutheran.edu::575dc0a0-3c6d-400f-847b-a75a38d7fed1" providerId="AD" clId="Web-{4451BAF4-DD2A-F5E4-3A0C-9149086EF32E}" dt="2026-09-03T05:58:24.298" v="132" actId="20577"/>
          <ac:spMkLst>
            <pc:docMk/>
            <pc:sldMk cId="2184071985" sldId="264"/>
            <ac:spMk id="2" creationId="{69810306-5E50-4430-3623-D30AA5E98DF4}"/>
          </ac:spMkLst>
        </pc:spChg>
        <pc:spChg chg="mod">
          <ac:chgData name="Fahmida Hamid" userId="S::fhamid@callutheran.edu::575dc0a0-3c6d-400f-847b-a75a38d7fed1" providerId="AD" clId="Web-{4451BAF4-DD2A-F5E4-3A0C-9149086EF32E}" dt="2026-09-03T06:03:48.276" v="197" actId="20577"/>
          <ac:spMkLst>
            <pc:docMk/>
            <pc:sldMk cId="2184071985" sldId="264"/>
            <ac:spMk id="3" creationId="{A18F96D0-7991-11A3-FCE8-952DC7FDFC1D}"/>
          </ac:spMkLst>
        </pc:spChg>
      </pc:sldChg>
      <pc:sldChg chg="modSp add replId">
        <pc:chgData name="Fahmida Hamid" userId="S::fhamid@callutheran.edu::575dc0a0-3c6d-400f-847b-a75a38d7fed1" providerId="AD" clId="Web-{4451BAF4-DD2A-F5E4-3A0C-9149086EF32E}" dt="2026-09-03T06:05:33.514" v="271" actId="20577"/>
        <pc:sldMkLst>
          <pc:docMk/>
          <pc:sldMk cId="1148530925" sldId="265"/>
        </pc:sldMkLst>
        <pc:spChg chg="mod">
          <ac:chgData name="Fahmida Hamid" userId="S::fhamid@callutheran.edu::575dc0a0-3c6d-400f-847b-a75a38d7fed1" providerId="AD" clId="Web-{4451BAF4-DD2A-F5E4-3A0C-9149086EF32E}" dt="2026-09-03T06:05:33.514" v="271" actId="20577"/>
          <ac:spMkLst>
            <pc:docMk/>
            <pc:sldMk cId="1148530925" sldId="265"/>
            <ac:spMk id="3" creationId="{FE68A77F-FCE5-044E-6ABD-128620B33814}"/>
          </ac:spMkLst>
        </pc:spChg>
      </pc:sldChg>
      <pc:sldChg chg="modSp new">
        <pc:chgData name="Fahmida Hamid" userId="S::fhamid@callutheran.edu::575dc0a0-3c6d-400f-847b-a75a38d7fed1" providerId="AD" clId="Web-{4451BAF4-DD2A-F5E4-3A0C-9149086EF32E}" dt="2026-09-03T06:08:45.707" v="350" actId="20577"/>
        <pc:sldMkLst>
          <pc:docMk/>
          <pc:sldMk cId="3814308452" sldId="266"/>
        </pc:sldMkLst>
        <pc:spChg chg="mod">
          <ac:chgData name="Fahmida Hamid" userId="S::fhamid@callutheran.edu::575dc0a0-3c6d-400f-847b-a75a38d7fed1" providerId="AD" clId="Web-{4451BAF4-DD2A-F5E4-3A0C-9149086EF32E}" dt="2026-09-03T06:07:19.673" v="277" actId="20577"/>
          <ac:spMkLst>
            <pc:docMk/>
            <pc:sldMk cId="3814308452" sldId="266"/>
            <ac:spMk id="2" creationId="{5C4AA545-FB87-11D5-C44D-271CF76841A4}"/>
          </ac:spMkLst>
        </pc:spChg>
        <pc:spChg chg="mod">
          <ac:chgData name="Fahmida Hamid" userId="S::fhamid@callutheran.edu::575dc0a0-3c6d-400f-847b-a75a38d7fed1" providerId="AD" clId="Web-{4451BAF4-DD2A-F5E4-3A0C-9149086EF32E}" dt="2026-09-03T06:08:45.707" v="350" actId="20577"/>
          <ac:spMkLst>
            <pc:docMk/>
            <pc:sldMk cId="3814308452" sldId="266"/>
            <ac:spMk id="3" creationId="{2B27E377-C7E0-0931-F14E-903DD39C4051}"/>
          </ac:spMkLst>
        </pc:spChg>
      </pc:sldChg>
      <pc:sldChg chg="modSp new mod modClrScheme chgLayout">
        <pc:chgData name="Fahmida Hamid" userId="S::fhamid@callutheran.edu::575dc0a0-3c6d-400f-847b-a75a38d7fed1" providerId="AD" clId="Web-{4451BAF4-DD2A-F5E4-3A0C-9149086EF32E}" dt="2026-09-03T06:14:30.576" v="368" actId="20577"/>
        <pc:sldMkLst>
          <pc:docMk/>
          <pc:sldMk cId="2757877784" sldId="267"/>
        </pc:sldMkLst>
        <pc:spChg chg="mod ord">
          <ac:chgData name="Fahmida Hamid" userId="S::fhamid@callutheran.edu::575dc0a0-3c6d-400f-847b-a75a38d7fed1" providerId="AD" clId="Web-{4451BAF4-DD2A-F5E4-3A0C-9149086EF32E}" dt="2026-09-03T06:14:30.576" v="368" actId="20577"/>
          <ac:spMkLst>
            <pc:docMk/>
            <pc:sldMk cId="2757877784" sldId="267"/>
            <ac:spMk id="2" creationId="{1ABCD3C8-4D14-F4F9-3A7A-DCE192AA7389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4:28.061" v="367" actId="20577"/>
          <ac:spMkLst>
            <pc:docMk/>
            <pc:sldMk cId="2757877784" sldId="267"/>
            <ac:spMk id="3" creationId="{098D6F32-4304-EDF4-B31E-7420BF442C4A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3:52.560" v="356"/>
          <ac:spMkLst>
            <pc:docMk/>
            <pc:sldMk cId="2757877784" sldId="267"/>
            <ac:spMk id="4" creationId="{DF4E7BD1-67C8-750D-AD4C-0AB6D41B00CD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3:52.560" v="356"/>
          <ac:spMkLst>
            <pc:docMk/>
            <pc:sldMk cId="2757877784" sldId="267"/>
            <ac:spMk id="5" creationId="{F0286458-D418-2C1B-C969-5C473B41857A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3:52.560" v="356"/>
          <ac:spMkLst>
            <pc:docMk/>
            <pc:sldMk cId="2757877784" sldId="267"/>
            <ac:spMk id="6" creationId="{CD726606-7AA9-EA8D-67F0-DC0492048612}"/>
          </ac:spMkLst>
        </pc:spChg>
      </pc:sldChg>
      <pc:sldChg chg="addSp delSp modSp new mod modClrScheme chgLayout">
        <pc:chgData name="Fahmida Hamid" userId="S::fhamid@callutheran.edu::575dc0a0-3c6d-400f-847b-a75a38d7fed1" providerId="AD" clId="Web-{4451BAF4-DD2A-F5E4-3A0C-9149086EF32E}" dt="2026-09-03T06:17:01.518" v="400" actId="20577"/>
        <pc:sldMkLst>
          <pc:docMk/>
          <pc:sldMk cId="3926664577" sldId="268"/>
        </pc:sldMkLst>
        <pc:spChg chg="mod ord">
          <ac:chgData name="Fahmida Hamid" userId="S::fhamid@callutheran.edu::575dc0a0-3c6d-400f-847b-a75a38d7fed1" providerId="AD" clId="Web-{4451BAF4-DD2A-F5E4-3A0C-9149086EF32E}" dt="2026-09-03T06:17:01.518" v="400" actId="20577"/>
          <ac:spMkLst>
            <pc:docMk/>
            <pc:sldMk cId="3926664577" sldId="268"/>
            <ac:spMk id="2" creationId="{21F3B28D-4E17-C70D-0414-169CE8850D62}"/>
          </ac:spMkLst>
        </pc:spChg>
        <pc:spChg chg="add del mod ord">
          <ac:chgData name="Fahmida Hamid" userId="S::fhamid@callutheran.edu::575dc0a0-3c6d-400f-847b-a75a38d7fed1" providerId="AD" clId="Web-{4451BAF4-DD2A-F5E4-3A0C-9149086EF32E}" dt="2026-09-03T06:15:36.610" v="375" actId="20577"/>
          <ac:spMkLst>
            <pc:docMk/>
            <pc:sldMk cId="3926664577" sldId="268"/>
            <ac:spMk id="3" creationId="{AFF8C9D0-23F2-7748-5F94-6F9C54C213DB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4:51.265" v="370"/>
          <ac:spMkLst>
            <pc:docMk/>
            <pc:sldMk cId="3926664577" sldId="268"/>
            <ac:spMk id="4" creationId="{CE93E59A-46D3-4BF4-FE7D-20E022EC6BDD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4:51.265" v="370"/>
          <ac:spMkLst>
            <pc:docMk/>
            <pc:sldMk cId="3926664577" sldId="268"/>
            <ac:spMk id="5" creationId="{0358F775-EE0F-3AC6-4758-CE220DD82A78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4:51.265" v="370"/>
          <ac:spMkLst>
            <pc:docMk/>
            <pc:sldMk cId="3926664577" sldId="268"/>
            <ac:spMk id="6" creationId="{15788CCD-A08F-8A52-42DA-724F83C89CE1}"/>
          </ac:spMkLst>
        </pc:spChg>
        <pc:graphicFrameChg chg="add del mod ord modGraphic">
          <ac:chgData name="Fahmida Hamid" userId="S::fhamid@callutheran.edu::575dc0a0-3c6d-400f-847b-a75a38d7fed1" providerId="AD" clId="Web-{4451BAF4-DD2A-F5E4-3A0C-9149086EF32E}" dt="2026-09-03T06:15:27.687" v="372"/>
          <ac:graphicFrameMkLst>
            <pc:docMk/>
            <pc:sldMk cId="3926664577" sldId="268"/>
            <ac:graphicFrameMk id="7" creationId="{418FF385-5CA7-8983-83CC-2CE67CBE21E2}"/>
          </ac:graphicFrameMkLst>
        </pc:graphicFrameChg>
      </pc:sldChg>
      <pc:sldChg chg="addSp delSp modSp new mod modClrScheme chgLayout">
        <pc:chgData name="Fahmida Hamid" userId="S::fhamid@callutheran.edu::575dc0a0-3c6d-400f-847b-a75a38d7fed1" providerId="AD" clId="Web-{4451BAF4-DD2A-F5E4-3A0C-9149086EF32E}" dt="2026-09-03T06:19:57.461" v="443" actId="20577"/>
        <pc:sldMkLst>
          <pc:docMk/>
          <pc:sldMk cId="3952126984" sldId="269"/>
        </pc:sldMkLst>
        <pc:spChg chg="del mod ord">
          <ac:chgData name="Fahmida Hamid" userId="S::fhamid@callutheran.edu::575dc0a0-3c6d-400f-847b-a75a38d7fed1" providerId="AD" clId="Web-{4451BAF4-DD2A-F5E4-3A0C-9149086EF32E}" dt="2026-09-03T06:17:54.536" v="405"/>
          <ac:spMkLst>
            <pc:docMk/>
            <pc:sldMk cId="3952126984" sldId="269"/>
            <ac:spMk id="2" creationId="{34C2CDE1-27C1-8EBB-E750-82BF9BD2CF71}"/>
          </ac:spMkLst>
        </pc:spChg>
        <pc:spChg chg="del mod ord">
          <ac:chgData name="Fahmida Hamid" userId="S::fhamid@callutheran.edu::575dc0a0-3c6d-400f-847b-a75a38d7fed1" providerId="AD" clId="Web-{4451BAF4-DD2A-F5E4-3A0C-9149086EF32E}" dt="2026-09-03T06:18:21.193" v="414"/>
          <ac:spMkLst>
            <pc:docMk/>
            <pc:sldMk cId="3952126984" sldId="269"/>
            <ac:spMk id="3" creationId="{EAB7EBFB-9D3B-7934-F571-E18D0465A965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9:03.725" v="422"/>
          <ac:spMkLst>
            <pc:docMk/>
            <pc:sldMk cId="3952126984" sldId="269"/>
            <ac:spMk id="4" creationId="{D7634595-821B-E2D7-2FEE-F9EADFABD73D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9:03.725" v="422"/>
          <ac:spMkLst>
            <pc:docMk/>
            <pc:sldMk cId="3952126984" sldId="269"/>
            <ac:spMk id="5" creationId="{CC9F7C0E-4E28-6A53-AD5B-6DD236389314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19:03.725" v="422"/>
          <ac:spMkLst>
            <pc:docMk/>
            <pc:sldMk cId="3952126984" sldId="269"/>
            <ac:spMk id="6" creationId="{9A386109-A975-7AF1-914F-3E1E4E4B1E09}"/>
          </ac:spMkLst>
        </pc:spChg>
        <pc:spChg chg="add del mod ord">
          <ac:chgData name="Fahmida Hamid" userId="S::fhamid@callutheran.edu::575dc0a0-3c6d-400f-847b-a75a38d7fed1" providerId="AD" clId="Web-{4451BAF4-DD2A-F5E4-3A0C-9149086EF32E}" dt="2026-09-03T06:18:21.193" v="414"/>
          <ac:spMkLst>
            <pc:docMk/>
            <pc:sldMk cId="3952126984" sldId="269"/>
            <ac:spMk id="7" creationId="{16E904BE-06BB-D81F-1AC4-669B4CB8DE21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6:19:23.804" v="428" actId="20577"/>
          <ac:spMkLst>
            <pc:docMk/>
            <pc:sldMk cId="3952126984" sldId="269"/>
            <ac:spMk id="13" creationId="{8D1DFCF6-8CC7-F7B5-2921-4D3CC1B9E15F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6:18:40.662" v="418"/>
          <ac:spMkLst>
            <pc:docMk/>
            <pc:sldMk cId="3952126984" sldId="269"/>
            <ac:spMk id="18" creationId="{E96B6A4F-7BC2-B5BE-C6CE-1655D19C26F2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6:18:40.662" v="418"/>
          <ac:spMkLst>
            <pc:docMk/>
            <pc:sldMk cId="3952126984" sldId="269"/>
            <ac:spMk id="20" creationId="{85E2B5C8-FBE5-8B67-522F-B87877F1AD06}"/>
          </ac:spMkLst>
        </pc:spChg>
        <pc:spChg chg="add del">
          <ac:chgData name="Fahmida Hamid" userId="S::fhamid@callutheran.edu::575dc0a0-3c6d-400f-847b-a75a38d7fed1" providerId="AD" clId="Web-{4451BAF4-DD2A-F5E4-3A0C-9149086EF32E}" dt="2026-09-03T06:18:47.428" v="420"/>
          <ac:spMkLst>
            <pc:docMk/>
            <pc:sldMk cId="3952126984" sldId="269"/>
            <ac:spMk id="22" creationId="{2C3CF274-05B3-74AD-99EC-3DAAD739590C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6:19:03.725" v="422"/>
          <ac:spMkLst>
            <pc:docMk/>
            <pc:sldMk cId="3952126984" sldId="269"/>
            <ac:spMk id="24" creationId="{29F9D74F-AACA-593B-4490-FCA683BC0465}"/>
          </ac:spMkLst>
        </pc:spChg>
        <pc:spChg chg="add del mod">
          <ac:chgData name="Fahmida Hamid" userId="S::fhamid@callutheran.edu::575dc0a0-3c6d-400f-847b-a75a38d7fed1" providerId="AD" clId="Web-{4451BAF4-DD2A-F5E4-3A0C-9149086EF32E}" dt="2026-09-03T06:19:03.725" v="422"/>
          <ac:spMkLst>
            <pc:docMk/>
            <pc:sldMk cId="3952126984" sldId="269"/>
            <ac:spMk id="25" creationId="{5BEC3D19-1C65-2800-7234-07075286B579}"/>
          </ac:spMkLst>
        </pc:spChg>
        <pc:graphicFrameChg chg="add mod modGraphic">
          <ac:chgData name="Fahmida Hamid" userId="S::fhamid@callutheran.edu::575dc0a0-3c6d-400f-847b-a75a38d7fed1" providerId="AD" clId="Web-{4451BAF4-DD2A-F5E4-3A0C-9149086EF32E}" dt="2026-09-03T06:19:57.461" v="443" actId="20577"/>
          <ac:graphicFrameMkLst>
            <pc:docMk/>
            <pc:sldMk cId="3952126984" sldId="269"/>
            <ac:graphicFrameMk id="9" creationId="{7C7DFFDF-C25A-AB02-029E-04ACABB720A5}"/>
          </ac:graphicFrameMkLst>
        </pc:graphicFrameChg>
      </pc:sldChg>
      <pc:sldChg chg="modSp new">
        <pc:chgData name="Fahmida Hamid" userId="S::fhamid@callutheran.edu::575dc0a0-3c6d-400f-847b-a75a38d7fed1" providerId="AD" clId="Web-{4451BAF4-DD2A-F5E4-3A0C-9149086EF32E}" dt="2026-09-03T06:22:05.918" v="477" actId="14100"/>
        <pc:sldMkLst>
          <pc:docMk/>
          <pc:sldMk cId="1554234136" sldId="270"/>
        </pc:sldMkLst>
        <pc:spChg chg="mod">
          <ac:chgData name="Fahmida Hamid" userId="S::fhamid@callutheran.edu::575dc0a0-3c6d-400f-847b-a75a38d7fed1" providerId="AD" clId="Web-{4451BAF4-DD2A-F5E4-3A0C-9149086EF32E}" dt="2026-09-03T06:21:01.010" v="453" actId="20577"/>
          <ac:spMkLst>
            <pc:docMk/>
            <pc:sldMk cId="1554234136" sldId="270"/>
            <ac:spMk id="2" creationId="{2B54A571-F4A5-7ACF-084B-D5F29662924A}"/>
          </ac:spMkLst>
        </pc:spChg>
        <pc:spChg chg="mod">
          <ac:chgData name="Fahmida Hamid" userId="S::fhamid@callutheran.edu::575dc0a0-3c6d-400f-847b-a75a38d7fed1" providerId="AD" clId="Web-{4451BAF4-DD2A-F5E4-3A0C-9149086EF32E}" dt="2026-09-03T06:22:05.918" v="477" actId="14100"/>
          <ac:spMkLst>
            <pc:docMk/>
            <pc:sldMk cId="1554234136" sldId="270"/>
            <ac:spMk id="3" creationId="{823F5BF6-7D8F-C1B7-55CE-73682C3E5D1A}"/>
          </ac:spMkLst>
        </pc:spChg>
      </pc:sldChg>
      <pc:sldChg chg="modSp new">
        <pc:chgData name="Fahmida Hamid" userId="S::fhamid@callutheran.edu::575dc0a0-3c6d-400f-847b-a75a38d7fed1" providerId="AD" clId="Web-{4451BAF4-DD2A-F5E4-3A0C-9149086EF32E}" dt="2026-09-03T06:23:40.952" v="500" actId="20577"/>
        <pc:sldMkLst>
          <pc:docMk/>
          <pc:sldMk cId="1832791474" sldId="271"/>
        </pc:sldMkLst>
        <pc:spChg chg="mod">
          <ac:chgData name="Fahmida Hamid" userId="S::fhamid@callutheran.edu::575dc0a0-3c6d-400f-847b-a75a38d7fed1" providerId="AD" clId="Web-{4451BAF4-DD2A-F5E4-3A0C-9149086EF32E}" dt="2026-09-03T06:22:42.216" v="490" actId="20577"/>
          <ac:spMkLst>
            <pc:docMk/>
            <pc:sldMk cId="1832791474" sldId="271"/>
            <ac:spMk id="2" creationId="{3D4704FB-F8F7-7AB2-CD49-723839AD73F9}"/>
          </ac:spMkLst>
        </pc:spChg>
        <pc:spChg chg="mod">
          <ac:chgData name="Fahmida Hamid" userId="S::fhamid@callutheran.edu::575dc0a0-3c6d-400f-847b-a75a38d7fed1" providerId="AD" clId="Web-{4451BAF4-DD2A-F5E4-3A0C-9149086EF32E}" dt="2026-09-03T06:23:40.952" v="500" actId="20577"/>
          <ac:spMkLst>
            <pc:docMk/>
            <pc:sldMk cId="1832791474" sldId="271"/>
            <ac:spMk id="3" creationId="{6DAF0C83-0451-AC79-60F6-61B6E670E500}"/>
          </ac:spMkLst>
        </pc:spChg>
      </pc:sldChg>
      <pc:sldChg chg="modSp new">
        <pc:chgData name="Fahmida Hamid" userId="S::fhamid@callutheran.edu::575dc0a0-3c6d-400f-847b-a75a38d7fed1" providerId="AD" clId="Web-{4451BAF4-DD2A-F5E4-3A0C-9149086EF32E}" dt="2026-09-03T06:31:40.029" v="532" actId="20577"/>
        <pc:sldMkLst>
          <pc:docMk/>
          <pc:sldMk cId="3008513495" sldId="272"/>
        </pc:sldMkLst>
        <pc:spChg chg="mod">
          <ac:chgData name="Fahmida Hamid" userId="S::fhamid@callutheran.edu::575dc0a0-3c6d-400f-847b-a75a38d7fed1" providerId="AD" clId="Web-{4451BAF4-DD2A-F5E4-3A0C-9149086EF32E}" dt="2026-09-03T06:27:45.991" v="511" actId="20577"/>
          <ac:spMkLst>
            <pc:docMk/>
            <pc:sldMk cId="3008513495" sldId="272"/>
            <ac:spMk id="2" creationId="{42C8E4A5-45F6-BCEF-4474-E1E8C858EA96}"/>
          </ac:spMkLst>
        </pc:spChg>
        <pc:spChg chg="mod">
          <ac:chgData name="Fahmida Hamid" userId="S::fhamid@callutheran.edu::575dc0a0-3c6d-400f-847b-a75a38d7fed1" providerId="AD" clId="Web-{4451BAF4-DD2A-F5E4-3A0C-9149086EF32E}" dt="2026-09-03T06:31:40.029" v="532" actId="20577"/>
          <ac:spMkLst>
            <pc:docMk/>
            <pc:sldMk cId="3008513495" sldId="272"/>
            <ac:spMk id="3" creationId="{BB5D0B01-D9AA-47A3-D39D-50EC4B93C416}"/>
          </ac:spMkLst>
        </pc:spChg>
      </pc:sldChg>
      <pc:sldChg chg="delSp modSp new mod modClrScheme chgLayout">
        <pc:chgData name="Fahmida Hamid" userId="S::fhamid@callutheran.edu::575dc0a0-3c6d-400f-847b-a75a38d7fed1" providerId="AD" clId="Web-{4451BAF4-DD2A-F5E4-3A0C-9149086EF32E}" dt="2026-09-03T06:33:32.532" v="537"/>
        <pc:sldMkLst>
          <pc:docMk/>
          <pc:sldMk cId="75109929" sldId="273"/>
        </pc:sldMkLst>
        <pc:spChg chg="mod ord">
          <ac:chgData name="Fahmida Hamid" userId="S::fhamid@callutheran.edu::575dc0a0-3c6d-400f-847b-a75a38d7fed1" providerId="AD" clId="Web-{4451BAF4-DD2A-F5E4-3A0C-9149086EF32E}" dt="2026-09-03T06:33:29.391" v="536" actId="20577"/>
          <ac:spMkLst>
            <pc:docMk/>
            <pc:sldMk cId="75109929" sldId="273"/>
            <ac:spMk id="2" creationId="{2ACC1668-BF72-C30D-232E-32C51C8C625C}"/>
          </ac:spMkLst>
        </pc:spChg>
        <pc:spChg chg="del mod ord">
          <ac:chgData name="Fahmida Hamid" userId="S::fhamid@callutheran.edu::575dc0a0-3c6d-400f-847b-a75a38d7fed1" providerId="AD" clId="Web-{4451BAF4-DD2A-F5E4-3A0C-9149086EF32E}" dt="2026-09-03T06:33:32.532" v="537"/>
          <ac:spMkLst>
            <pc:docMk/>
            <pc:sldMk cId="75109929" sldId="273"/>
            <ac:spMk id="3" creationId="{4F9BB3E3-0082-0058-A33A-7B4D84D1A86A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33:19.782" v="534"/>
          <ac:spMkLst>
            <pc:docMk/>
            <pc:sldMk cId="75109929" sldId="273"/>
            <ac:spMk id="4" creationId="{FA590D4B-4FDF-6A26-9847-C2C2836242B1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33:19.782" v="534"/>
          <ac:spMkLst>
            <pc:docMk/>
            <pc:sldMk cId="75109929" sldId="273"/>
            <ac:spMk id="5" creationId="{84C6CA07-E1E3-0F30-8379-BF25275677EC}"/>
          </ac:spMkLst>
        </pc:spChg>
        <pc:spChg chg="mod ord">
          <ac:chgData name="Fahmida Hamid" userId="S::fhamid@callutheran.edu::575dc0a0-3c6d-400f-847b-a75a38d7fed1" providerId="AD" clId="Web-{4451BAF4-DD2A-F5E4-3A0C-9149086EF32E}" dt="2026-09-03T06:33:19.782" v="534"/>
          <ac:spMkLst>
            <pc:docMk/>
            <pc:sldMk cId="75109929" sldId="273"/>
            <ac:spMk id="6" creationId="{9E510566-FF60-4B57-F535-ACA91AFBBA53}"/>
          </ac:spMkLst>
        </pc:spChg>
      </pc:sldChg>
      <pc:sldMasterChg chg="del delSldLayout">
        <pc:chgData name="Fahmida Hamid" userId="S::fhamid@callutheran.edu::575dc0a0-3c6d-400f-847b-a75a38d7fed1" providerId="AD" clId="Web-{4451BAF4-DD2A-F5E4-3A0C-9149086EF32E}" dt="2026-09-03T05:39:15.874" v="0"/>
        <pc:sldMasterMkLst>
          <pc:docMk/>
          <pc:sldMasterMk cId="2460954070" sldId="2147483660"/>
        </pc:sldMasterMkLst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Fahmida Hamid" userId="S::fhamid@callutheran.edu::575dc0a0-3c6d-400f-847b-a75a38d7fed1" providerId="AD" clId="Web-{4451BAF4-DD2A-F5E4-3A0C-9149086EF32E}" dt="2026-09-03T05:39:15.874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4451BAF4-DD2A-F5E4-3A0C-9149086EF32E}" dt="2026-09-03T05:39:18.702" v="1"/>
        <pc:sldMasterMkLst>
          <pc:docMk/>
          <pc:sldMasterMk cId="775671777" sldId="2147483672"/>
        </pc:sldMasterMkLst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356112048" sldId="214748367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1707255186" sldId="214748367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4036786476" sldId="214748367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250285024" sldId="214748367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2617652811" sldId="214748367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15852225" sldId="214748367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989488573" sldId="214748367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668572322" sldId="214748368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612108403" sldId="214748368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4179176517" sldId="214748368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899100445" sldId="214748368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658922419" sldId="214748368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597258717" sldId="214748368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706108750" sldId="214748368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599836717" sldId="214748368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2543707711" sldId="214748368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2592128676" sldId="214748368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807386897" sldId="214748369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194611200" sldId="214748369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640570838" sldId="214748369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4031832068" sldId="214748369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940051530" sldId="214748369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3405791222" sldId="214748369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1941931403" sldId="214748369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1240655436" sldId="214748369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4238589444" sldId="214748369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257894183" sldId="214748369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18.702" v="1"/>
          <pc:sldLayoutMkLst>
            <pc:docMk/>
            <pc:sldMasterMk cId="775671777" sldId="2147483672"/>
            <pc:sldLayoutMk cId="141364660" sldId="2147483700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4451BAF4-DD2A-F5E4-3A0C-9149086EF32E}" dt="2026-09-03T05:39:20.765" v="2"/>
        <pc:sldMasterMkLst>
          <pc:docMk/>
          <pc:sldMasterMk cId="1275548045" sldId="2147483701"/>
        </pc:sldMasterMkLst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672253809" sldId="214748370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2246010100" sldId="214748370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026970341" sldId="214748370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427122651" sldId="214748370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890806747" sldId="214748370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662203964" sldId="214748370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833412187" sldId="214748370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438755514" sldId="214748370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2798426904" sldId="214748371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299150751" sldId="214748371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706800400" sldId="214748371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2731821642" sldId="214748371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567772043" sldId="214748371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737328724" sldId="214748371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754227006" sldId="214748371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167144455" sldId="214748371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176898250" sldId="214748371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970844966" sldId="214748371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957963752" sldId="214748372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4075958064" sldId="214748372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2046635699" sldId="214748372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069611570" sldId="214748372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2896242495" sldId="214748372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171732712" sldId="214748372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3080173985" sldId="214748372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180362050" sldId="214748372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354338750" sldId="214748372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0.765" v="2"/>
          <pc:sldLayoutMkLst>
            <pc:docMk/>
            <pc:sldMasterMk cId="1275548045" sldId="2147483701"/>
            <pc:sldLayoutMk cId="106641878" sldId="2147483729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4451BAF4-DD2A-F5E4-3A0C-9149086EF32E}" dt="2026-09-03T05:39:27.265" v="3"/>
        <pc:sldMasterMkLst>
          <pc:docMk/>
          <pc:sldMasterMk cId="957003121" sldId="2147483730"/>
        </pc:sldMasterMkLst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146090354" sldId="214748373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4032480433" sldId="214748373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3414036092" sldId="214748373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433567124" sldId="214748373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3528133850" sldId="214748373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466942304" sldId="214748373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535919787" sldId="214748373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768908665" sldId="214748373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202476864" sldId="214748373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754094078" sldId="214748374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709508630" sldId="214748374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796885998" sldId="214748374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541325213" sldId="214748374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535059628" sldId="214748374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536453114" sldId="214748374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977720630" sldId="214748374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290655046" sldId="214748374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570324637" sldId="214748374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4109482502" sldId="214748374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1827209043" sldId="214748375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364774721" sldId="214748375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519909340" sldId="214748375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3419600973" sldId="214748375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4044616805" sldId="214748375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3061907881" sldId="214748375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176662792" sldId="214748375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2449334877" sldId="214748375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27.265" v="3"/>
          <pc:sldLayoutMkLst>
            <pc:docMk/>
            <pc:sldMasterMk cId="957003121" sldId="2147483730"/>
            <pc:sldLayoutMk cId="3025249754" sldId="2147483758"/>
          </pc:sldLayoutMkLst>
        </pc:sldLayoutChg>
      </pc:sldMasterChg>
      <pc:sldMasterChg chg="add del addSldLayout delSldLayout modSldLayout">
        <pc:chgData name="Fahmida Hamid" userId="S::fhamid@callutheran.edu::575dc0a0-3c6d-400f-847b-a75a38d7fed1" providerId="AD" clId="Web-{4451BAF4-DD2A-F5E4-3A0C-9149086EF32E}" dt="2026-09-03T05:39:30.562" v="4"/>
        <pc:sldMasterMkLst>
          <pc:docMk/>
          <pc:sldMasterMk cId="3642582251" sldId="2147483759"/>
        </pc:sldMasterMkLst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2241102143" sldId="2147483760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575401466" sldId="2147483761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2807673235" sldId="2147483762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2422043573" sldId="2147483763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2405811557" sldId="2147483764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1252608499" sldId="2147483765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721968679" sldId="2147483766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2248569804" sldId="2147483767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3742546028" sldId="2147483768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3399015783" sldId="2147483769"/>
          </pc:sldLayoutMkLst>
        </pc:sldLayoutChg>
        <pc:sldLayoutChg chg="add del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3642582251" sldId="2147483759"/>
            <pc:sldLayoutMk cId="3407720386" sldId="2147483770"/>
          </pc:sldLayoutMkLst>
        </pc:sldLayoutChg>
      </pc:sldMasterChg>
      <pc:sldMasterChg chg="add addSldLayout modSldLayout">
        <pc:chgData name="Fahmida Hamid" userId="S::fhamid@callutheran.edu::575dc0a0-3c6d-400f-847b-a75a38d7fed1" providerId="AD" clId="Web-{4451BAF4-DD2A-F5E4-3A0C-9149086EF32E}" dt="2026-09-03T05:39:30.562" v="4"/>
        <pc:sldMasterMkLst>
          <pc:docMk/>
          <pc:sldMasterMk cId="1853129707" sldId="2147483771"/>
        </pc:sldMasterMkLst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20184242" sldId="2147483772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1817687804" sldId="2147483773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374742959" sldId="2147483774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696332636" sldId="2147483775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1079474482" sldId="2147483776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2702586803" sldId="2147483777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4113333947" sldId="2147483778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2515543293" sldId="2147483779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1531426517" sldId="2147483780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1552630880" sldId="2147483781"/>
          </pc:sldLayoutMkLst>
        </pc:sldLayoutChg>
        <pc:sldLayoutChg chg="add mod replId">
          <pc:chgData name="Fahmida Hamid" userId="S::fhamid@callutheran.edu::575dc0a0-3c6d-400f-847b-a75a38d7fed1" providerId="AD" clId="Web-{4451BAF4-DD2A-F5E4-3A0C-9149086EF32E}" dt="2026-09-03T05:39:30.562" v="4"/>
          <pc:sldLayoutMkLst>
            <pc:docMk/>
            <pc:sldMasterMk cId="1853129707" sldId="2147483771"/>
            <pc:sldLayoutMk cId="2950849984" sldId="2147483782"/>
          </pc:sldLayoutMkLst>
        </pc:sldLayoutChg>
      </pc:sldMasterChg>
    </pc:docChg>
  </pc:docChgLst>
  <pc:docChgLst>
    <pc:chgData name="Fahmida Hamid" userId="S::fhamid@callutheran.edu::575dc0a0-3c6d-400f-847b-a75a38d7fed1" providerId="AD" clId="Web-{0AADED48-57A2-3C52-4E3C-D554DC731ED2}"/>
    <pc:docChg chg="addSld modSld">
      <pc:chgData name="Fahmida Hamid" userId="S::fhamid@callutheran.edu::575dc0a0-3c6d-400f-847b-a75a38d7fed1" providerId="AD" clId="Web-{0AADED48-57A2-3C52-4E3C-D554DC731ED2}" dt="2026-09-03T16:12:04.896" v="44" actId="1076"/>
      <pc:docMkLst>
        <pc:docMk/>
      </pc:docMkLst>
      <pc:sldChg chg="modSp">
        <pc:chgData name="Fahmida Hamid" userId="S::fhamid@callutheran.edu::575dc0a0-3c6d-400f-847b-a75a38d7fed1" providerId="AD" clId="Web-{0AADED48-57A2-3C52-4E3C-D554DC731ED2}" dt="2026-09-03T15:52:40.334" v="2" actId="20577"/>
        <pc:sldMkLst>
          <pc:docMk/>
          <pc:sldMk cId="109857222" sldId="256"/>
        </pc:sldMkLst>
        <pc:spChg chg="mod">
          <ac:chgData name="Fahmida Hamid" userId="S::fhamid@callutheran.edu::575dc0a0-3c6d-400f-847b-a75a38d7fed1" providerId="AD" clId="Web-{0AADED48-57A2-3C52-4E3C-D554DC731ED2}" dt="2026-09-03T15:52:35.380" v="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Fahmida Hamid" userId="S::fhamid@callutheran.edu::575dc0a0-3c6d-400f-847b-a75a38d7fed1" providerId="AD" clId="Web-{0AADED48-57A2-3C52-4E3C-D554DC731ED2}" dt="2026-09-03T15:52:40.334" v="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Fahmida Hamid" userId="S::fhamid@callutheran.edu::575dc0a0-3c6d-400f-847b-a75a38d7fed1" providerId="AD" clId="Web-{0AADED48-57A2-3C52-4E3C-D554DC731ED2}" dt="2026-09-03T15:53:47.880" v="4" actId="20577"/>
        <pc:sldMkLst>
          <pc:docMk/>
          <pc:sldMk cId="1260701867" sldId="260"/>
        </pc:sldMkLst>
        <pc:spChg chg="mod">
          <ac:chgData name="Fahmida Hamid" userId="S::fhamid@callutheran.edu::575dc0a0-3c6d-400f-847b-a75a38d7fed1" providerId="AD" clId="Web-{0AADED48-57A2-3C52-4E3C-D554DC731ED2}" dt="2026-09-03T15:53:47.880" v="4" actId="20577"/>
          <ac:spMkLst>
            <pc:docMk/>
            <pc:sldMk cId="1260701867" sldId="260"/>
            <ac:spMk id="3" creationId="{F4D150D4-9641-7135-C032-374C12F24FCB}"/>
          </ac:spMkLst>
        </pc:spChg>
      </pc:sldChg>
      <pc:sldChg chg="modSp">
        <pc:chgData name="Fahmida Hamid" userId="S::fhamid@callutheran.edu::575dc0a0-3c6d-400f-847b-a75a38d7fed1" providerId="AD" clId="Web-{0AADED48-57A2-3C52-4E3C-D554DC731ED2}" dt="2026-09-03T15:55:39.037" v="6" actId="20577"/>
        <pc:sldMkLst>
          <pc:docMk/>
          <pc:sldMk cId="2184071985" sldId="264"/>
        </pc:sldMkLst>
        <pc:spChg chg="mod">
          <ac:chgData name="Fahmida Hamid" userId="S::fhamid@callutheran.edu::575dc0a0-3c6d-400f-847b-a75a38d7fed1" providerId="AD" clId="Web-{0AADED48-57A2-3C52-4E3C-D554DC731ED2}" dt="2026-09-03T15:55:39.037" v="6" actId="20577"/>
          <ac:spMkLst>
            <pc:docMk/>
            <pc:sldMk cId="2184071985" sldId="264"/>
            <ac:spMk id="3" creationId="{A18F96D0-7991-11A3-FCE8-952DC7FDFC1D}"/>
          </ac:spMkLst>
        </pc:spChg>
      </pc:sldChg>
      <pc:sldChg chg="modSp">
        <pc:chgData name="Fahmida Hamid" userId="S::fhamid@callutheran.edu::575dc0a0-3c6d-400f-847b-a75a38d7fed1" providerId="AD" clId="Web-{0AADED48-57A2-3C52-4E3C-D554DC731ED2}" dt="2026-09-03T15:54:55.490" v="5" actId="20577"/>
        <pc:sldMkLst>
          <pc:docMk/>
          <pc:sldMk cId="1148530925" sldId="265"/>
        </pc:sldMkLst>
        <pc:spChg chg="mod">
          <ac:chgData name="Fahmida Hamid" userId="S::fhamid@callutheran.edu::575dc0a0-3c6d-400f-847b-a75a38d7fed1" providerId="AD" clId="Web-{0AADED48-57A2-3C52-4E3C-D554DC731ED2}" dt="2026-09-03T15:54:55.490" v="5" actId="20577"/>
          <ac:spMkLst>
            <pc:docMk/>
            <pc:sldMk cId="1148530925" sldId="265"/>
            <ac:spMk id="3" creationId="{FE68A77F-FCE5-044E-6ABD-128620B33814}"/>
          </ac:spMkLst>
        </pc:spChg>
      </pc:sldChg>
      <pc:sldChg chg="modSp">
        <pc:chgData name="Fahmida Hamid" userId="S::fhamid@callutheran.edu::575dc0a0-3c6d-400f-847b-a75a38d7fed1" providerId="AD" clId="Web-{0AADED48-57A2-3C52-4E3C-D554DC731ED2}" dt="2026-09-03T15:56:45.177" v="10" actId="20577"/>
        <pc:sldMkLst>
          <pc:docMk/>
          <pc:sldMk cId="3926664577" sldId="268"/>
        </pc:sldMkLst>
        <pc:spChg chg="mod">
          <ac:chgData name="Fahmida Hamid" userId="S::fhamid@callutheran.edu::575dc0a0-3c6d-400f-847b-a75a38d7fed1" providerId="AD" clId="Web-{0AADED48-57A2-3C52-4E3C-D554DC731ED2}" dt="2026-09-03T15:56:45.177" v="10" actId="20577"/>
          <ac:spMkLst>
            <pc:docMk/>
            <pc:sldMk cId="3926664577" sldId="268"/>
            <ac:spMk id="3" creationId="{AFF8C9D0-23F2-7748-5F94-6F9C54C213DB}"/>
          </ac:spMkLst>
        </pc:spChg>
      </pc:sldChg>
      <pc:sldChg chg="modSp">
        <pc:chgData name="Fahmida Hamid" userId="S::fhamid@callutheran.edu::575dc0a0-3c6d-400f-847b-a75a38d7fed1" providerId="AD" clId="Web-{0AADED48-57A2-3C52-4E3C-D554DC731ED2}" dt="2026-09-03T15:59:07.536" v="31" actId="20577"/>
        <pc:sldMkLst>
          <pc:docMk/>
          <pc:sldMk cId="1832791474" sldId="271"/>
        </pc:sldMkLst>
        <pc:spChg chg="mod">
          <ac:chgData name="Fahmida Hamid" userId="S::fhamid@callutheran.edu::575dc0a0-3c6d-400f-847b-a75a38d7fed1" providerId="AD" clId="Web-{0AADED48-57A2-3C52-4E3C-D554DC731ED2}" dt="2026-09-03T15:59:07.536" v="31" actId="20577"/>
          <ac:spMkLst>
            <pc:docMk/>
            <pc:sldMk cId="1832791474" sldId="271"/>
            <ac:spMk id="3" creationId="{6DAF0C83-0451-AC79-60F6-61B6E670E500}"/>
          </ac:spMkLst>
        </pc:spChg>
      </pc:sldChg>
      <pc:sldChg chg="addSp delSp modSp new">
        <pc:chgData name="Fahmida Hamid" userId="S::fhamid@callutheran.edu::575dc0a0-3c6d-400f-847b-a75a38d7fed1" providerId="AD" clId="Web-{0AADED48-57A2-3C52-4E3C-D554DC731ED2}" dt="2026-09-03T16:12:04.896" v="44" actId="1076"/>
        <pc:sldMkLst>
          <pc:docMk/>
          <pc:sldMk cId="1332972953" sldId="274"/>
        </pc:sldMkLst>
        <pc:spChg chg="del mod">
          <ac:chgData name="Fahmida Hamid" userId="S::fhamid@callutheran.edu::575dc0a0-3c6d-400f-847b-a75a38d7fed1" providerId="AD" clId="Web-{0AADED48-57A2-3C52-4E3C-D554DC731ED2}" dt="2026-09-03T16:05:56.021" v="39"/>
          <ac:spMkLst>
            <pc:docMk/>
            <pc:sldMk cId="1332972953" sldId="274"/>
            <ac:spMk id="2" creationId="{14F92D21-7705-BD42-AC8F-E353B61B208A}"/>
          </ac:spMkLst>
        </pc:spChg>
        <pc:spChg chg="del">
          <ac:chgData name="Fahmida Hamid" userId="S::fhamid@callutheran.edu::575dc0a0-3c6d-400f-847b-a75a38d7fed1" providerId="AD" clId="Web-{0AADED48-57A2-3C52-4E3C-D554DC731ED2}" dt="2026-09-03T16:07:58.224" v="40"/>
          <ac:spMkLst>
            <pc:docMk/>
            <pc:sldMk cId="1332972953" sldId="274"/>
            <ac:spMk id="3" creationId="{726D7EE9-1D85-E51E-9FA8-FDCF8D4AC9A0}"/>
          </ac:spMkLst>
        </pc:spChg>
        <pc:spChg chg="mod modVis">
          <ac:chgData name="Fahmida Hamid" userId="S::fhamid@callutheran.edu::575dc0a0-3c6d-400f-847b-a75a38d7fed1" providerId="AD" clId="Web-{0AADED48-57A2-3C52-4E3C-D554DC731ED2}" dt="2026-09-03T16:09:02.615" v="43"/>
          <ac:spMkLst>
            <pc:docMk/>
            <pc:sldMk cId="1332972953" sldId="274"/>
            <ac:spMk id="4" creationId="{F0621903-56A7-DF81-1934-7819766456A6}"/>
          </ac:spMkLst>
        </pc:spChg>
        <pc:spChg chg="mod">
          <ac:chgData name="Fahmida Hamid" userId="S::fhamid@callutheran.edu::575dc0a0-3c6d-400f-847b-a75a38d7fed1" providerId="AD" clId="Web-{0AADED48-57A2-3C52-4E3C-D554DC731ED2}" dt="2026-09-03T16:09:02.615" v="43"/>
          <ac:spMkLst>
            <pc:docMk/>
            <pc:sldMk cId="1332972953" sldId="274"/>
            <ac:spMk id="5" creationId="{06BB599D-22FD-3217-0863-A554A698EAA4}"/>
          </ac:spMkLst>
        </pc:spChg>
        <pc:spChg chg="mod modVis">
          <ac:chgData name="Fahmida Hamid" userId="S::fhamid@callutheran.edu::575dc0a0-3c6d-400f-847b-a75a38d7fed1" providerId="AD" clId="Web-{0AADED48-57A2-3C52-4E3C-D554DC731ED2}" dt="2026-09-03T16:09:02.615" v="43"/>
          <ac:spMkLst>
            <pc:docMk/>
            <pc:sldMk cId="1332972953" sldId="274"/>
            <ac:spMk id="6" creationId="{88213AA5-F0C7-9F17-47C0-099F8883ECD6}"/>
          </ac:spMkLst>
        </pc:spChg>
        <pc:spChg chg="add del mod">
          <ac:chgData name="Fahmida Hamid" userId="S::fhamid@callutheran.edu::575dc0a0-3c6d-400f-847b-a75a38d7fed1" providerId="AD" clId="Web-{0AADED48-57A2-3C52-4E3C-D554DC731ED2}" dt="2026-09-03T16:09:02.615" v="43"/>
          <ac:spMkLst>
            <pc:docMk/>
            <pc:sldMk cId="1332972953" sldId="274"/>
            <ac:spMk id="8" creationId="{FACA6A3A-F5F8-4BD4-A84D-6EF2848E4C27}"/>
          </ac:spMkLst>
        </pc:spChg>
        <pc:picChg chg="add mod ord">
          <ac:chgData name="Fahmida Hamid" userId="S::fhamid@callutheran.edu::575dc0a0-3c6d-400f-847b-a75a38d7fed1" providerId="AD" clId="Web-{0AADED48-57A2-3C52-4E3C-D554DC731ED2}" dt="2026-09-03T16:12:04.896" v="44" actId="1076"/>
          <ac:picMkLst>
            <pc:docMk/>
            <pc:sldMk cId="1332972953" sldId="274"/>
            <ac:picMk id="9" creationId="{2DAD9338-5900-7F78-39E6-12C70113B4C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510D2-2227-4529-82AF-7BF769EC414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1322A7B-DE38-4450-918D-351D88686B0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Modern Love"/>
            </a:rPr>
            <a:t> In the system, </a:t>
          </a:r>
          <a:endParaRPr lang="en-US" dirty="0"/>
        </a:p>
      </dgm:t>
    </dgm:pt>
    <dgm:pt modelId="{24F8F97D-4112-4AAF-839F-31167BE244B1}" type="parTrans" cxnId="{29C64E00-E208-4D11-8C1F-33E75DE8C60B}">
      <dgm:prSet/>
      <dgm:spPr/>
      <dgm:t>
        <a:bodyPr/>
        <a:lstStyle/>
        <a:p>
          <a:endParaRPr lang="en-US"/>
        </a:p>
      </dgm:t>
    </dgm:pt>
    <dgm:pt modelId="{24BD58F1-7BBC-4793-AB18-5470C2E5A6DA}" type="sibTrans" cxnId="{29C64E00-E208-4D11-8C1F-33E75DE8C60B}">
      <dgm:prSet/>
      <dgm:spPr/>
      <dgm:t>
        <a:bodyPr/>
        <a:lstStyle/>
        <a:p>
          <a:endParaRPr lang="en-US"/>
        </a:p>
      </dgm:t>
    </dgm:pt>
    <dgm:pt modelId="{D135AEF0-A570-42B6-A9A2-3152CDF592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need a Student class, </a:t>
          </a:r>
        </a:p>
      </dgm:t>
    </dgm:pt>
    <dgm:pt modelId="{255AEE7E-3841-4BFA-B2EC-7D5045582A9B}" type="parTrans" cxnId="{44F1794B-AC64-4A1D-A4A9-1FCCCAE86DF2}">
      <dgm:prSet/>
      <dgm:spPr/>
      <dgm:t>
        <a:bodyPr/>
        <a:lstStyle/>
        <a:p>
          <a:endParaRPr lang="en-US"/>
        </a:p>
      </dgm:t>
    </dgm:pt>
    <dgm:pt modelId="{367B3ECD-3065-423C-9A19-D17266B2266E}" type="sibTrans" cxnId="{44F1794B-AC64-4A1D-A4A9-1FCCCAE86DF2}">
      <dgm:prSet/>
      <dgm:spPr/>
      <dgm:t>
        <a:bodyPr/>
        <a:lstStyle/>
        <a:p>
          <a:endParaRPr lang="en-US"/>
        </a:p>
      </dgm:t>
    </dgm:pt>
    <dgm:pt modelId="{1F3094CE-CC9C-49BB-880C-E14F486889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Course class, and </a:t>
          </a:r>
        </a:p>
      </dgm:t>
    </dgm:pt>
    <dgm:pt modelId="{E3B8789E-D07E-47C6-A245-2D41658769A3}" type="parTrans" cxnId="{4C398512-B2BE-41DC-9996-D9C15E5B9998}">
      <dgm:prSet/>
      <dgm:spPr/>
      <dgm:t>
        <a:bodyPr/>
        <a:lstStyle/>
        <a:p>
          <a:endParaRPr lang="en-US"/>
        </a:p>
      </dgm:t>
    </dgm:pt>
    <dgm:pt modelId="{4B216F42-F8F1-495D-9773-5BE8E5B1645D}" type="sibTrans" cxnId="{4C398512-B2BE-41DC-9996-D9C15E5B9998}">
      <dgm:prSet/>
      <dgm:spPr/>
      <dgm:t>
        <a:bodyPr/>
        <a:lstStyle/>
        <a:p>
          <a:endParaRPr lang="en-US"/>
        </a:p>
      </dgm:t>
    </dgm:pt>
    <dgm:pt modelId="{21CD085E-BBBA-46B0-B701-24C84BB266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Professor class. </a:t>
          </a:r>
        </a:p>
      </dgm:t>
    </dgm:pt>
    <dgm:pt modelId="{7D6BE69A-43BE-4E85-866D-A04AF14FA176}" type="parTrans" cxnId="{DDD8FA06-498A-4C70-ADC2-3CEB7BB2A771}">
      <dgm:prSet/>
      <dgm:spPr/>
      <dgm:t>
        <a:bodyPr/>
        <a:lstStyle/>
        <a:p>
          <a:endParaRPr lang="en-US"/>
        </a:p>
      </dgm:t>
    </dgm:pt>
    <dgm:pt modelId="{98FE2247-1771-474D-A6EF-06439C36C606}" type="sibTrans" cxnId="{DDD8FA06-498A-4C70-ADC2-3CEB7BB2A771}">
      <dgm:prSet/>
      <dgm:spPr/>
      <dgm:t>
        <a:bodyPr/>
        <a:lstStyle/>
        <a:p>
          <a:endParaRPr lang="en-US"/>
        </a:p>
      </dgm:t>
    </dgm:pt>
    <dgm:pt modelId="{9F629994-C36A-4D92-9BB1-E84DFCEDA9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Students enroll in courses. </a:t>
          </a:r>
        </a:p>
      </dgm:t>
    </dgm:pt>
    <dgm:pt modelId="{6CF28574-5B67-429A-8962-5C3FEA3411D8}" type="parTrans" cxnId="{63256155-C588-4A1C-93C9-84A3961ADABE}">
      <dgm:prSet/>
      <dgm:spPr/>
      <dgm:t>
        <a:bodyPr/>
        <a:lstStyle/>
        <a:p>
          <a:endParaRPr lang="en-US"/>
        </a:p>
      </dgm:t>
    </dgm:pt>
    <dgm:pt modelId="{81AAE353-D2E4-4DDF-8B28-5803637F88A8}" type="sibTrans" cxnId="{63256155-C588-4A1C-93C9-84A3961ADABE}">
      <dgm:prSet/>
      <dgm:spPr/>
      <dgm:t>
        <a:bodyPr/>
        <a:lstStyle/>
        <a:p>
          <a:endParaRPr lang="en-US"/>
        </a:p>
      </dgm:t>
    </dgm:pt>
    <dgm:pt modelId="{30FAA31E-39CB-40B2-A527-0CDD05694D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Professors teach courses. </a:t>
          </a:r>
        </a:p>
      </dgm:t>
    </dgm:pt>
    <dgm:pt modelId="{234AD0F5-B583-4923-95C6-63218E63DFC1}" type="parTrans" cxnId="{1D8D03FF-9314-4408-8EC9-6C84FE8C4E70}">
      <dgm:prSet/>
      <dgm:spPr/>
      <dgm:t>
        <a:bodyPr/>
        <a:lstStyle/>
        <a:p>
          <a:endParaRPr lang="en-US"/>
        </a:p>
      </dgm:t>
    </dgm:pt>
    <dgm:pt modelId="{B8A767D1-5973-4AEA-B97C-C7FEA85B81E8}" type="sibTrans" cxnId="{1D8D03FF-9314-4408-8EC9-6C84FE8C4E70}">
      <dgm:prSet/>
      <dgm:spPr/>
      <dgm:t>
        <a:bodyPr/>
        <a:lstStyle/>
        <a:p>
          <a:endParaRPr lang="en-US"/>
        </a:p>
      </dgm:t>
    </dgm:pt>
    <dgm:pt modelId="{17A80FE2-861D-40DF-8BAC-FDBFD3228D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course may have many students...”</a:t>
          </a:r>
        </a:p>
      </dgm:t>
    </dgm:pt>
    <dgm:pt modelId="{7530A3C8-1297-4A8D-995C-75AF309A77FC}" type="parTrans" cxnId="{37D078CC-DDE0-469B-9D8F-73E47E69E2B1}">
      <dgm:prSet/>
      <dgm:spPr/>
      <dgm:t>
        <a:bodyPr/>
        <a:lstStyle/>
        <a:p>
          <a:endParaRPr lang="en-US"/>
        </a:p>
      </dgm:t>
    </dgm:pt>
    <dgm:pt modelId="{8F32665C-2858-4D99-83FE-33FCC66AF729}" type="sibTrans" cxnId="{37D078CC-DDE0-469B-9D8F-73E47E69E2B1}">
      <dgm:prSet/>
      <dgm:spPr/>
      <dgm:t>
        <a:bodyPr/>
        <a:lstStyle/>
        <a:p>
          <a:endParaRPr lang="en-US"/>
        </a:p>
      </dgm:t>
    </dgm:pt>
    <dgm:pt modelId="{3729AFB0-5D3C-4665-9EEA-CF835F8EE9FA}" type="pres">
      <dgm:prSet presAssocID="{DFB510D2-2227-4529-82AF-7BF769EC4142}" presName="root" presStyleCnt="0">
        <dgm:presLayoutVars>
          <dgm:dir/>
          <dgm:resizeHandles val="exact"/>
        </dgm:presLayoutVars>
      </dgm:prSet>
      <dgm:spPr/>
    </dgm:pt>
    <dgm:pt modelId="{291F2E81-A873-4E5F-8D45-172094A2F60B}" type="pres">
      <dgm:prSet presAssocID="{D1322A7B-DE38-4450-918D-351D88686B03}" presName="compNode" presStyleCnt="0"/>
      <dgm:spPr/>
    </dgm:pt>
    <dgm:pt modelId="{896C06F7-5566-4024-A5F9-FF2BF9EB470C}" type="pres">
      <dgm:prSet presAssocID="{D1322A7B-DE38-4450-918D-351D88686B03}" presName="bgRect" presStyleLbl="bgShp" presStyleIdx="0" presStyleCnt="7"/>
      <dgm:spPr/>
    </dgm:pt>
    <dgm:pt modelId="{8965AAC4-BD5A-476B-9296-19DF5BAD5D00}" type="pres">
      <dgm:prSet presAssocID="{D1322A7B-DE38-4450-918D-351D88686B03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0CFCB469-FC14-4526-994D-AFD1AAB53BEB}" type="pres">
      <dgm:prSet presAssocID="{D1322A7B-DE38-4450-918D-351D88686B03}" presName="spaceRect" presStyleCnt="0"/>
      <dgm:spPr/>
    </dgm:pt>
    <dgm:pt modelId="{91358DC2-C284-40E2-A744-DA72D14B7897}" type="pres">
      <dgm:prSet presAssocID="{D1322A7B-DE38-4450-918D-351D88686B03}" presName="parTx" presStyleLbl="revTx" presStyleIdx="0" presStyleCnt="7">
        <dgm:presLayoutVars>
          <dgm:chMax val="0"/>
          <dgm:chPref val="0"/>
        </dgm:presLayoutVars>
      </dgm:prSet>
      <dgm:spPr/>
    </dgm:pt>
    <dgm:pt modelId="{95A973F9-5BB3-4057-960D-5F481EDED359}" type="pres">
      <dgm:prSet presAssocID="{24BD58F1-7BBC-4793-AB18-5470C2E5A6DA}" presName="sibTrans" presStyleCnt="0"/>
      <dgm:spPr/>
    </dgm:pt>
    <dgm:pt modelId="{3961EB4C-2D05-4D46-BEA4-321D9089A19F}" type="pres">
      <dgm:prSet presAssocID="{D135AEF0-A570-42B6-A9A2-3152CDF59207}" presName="compNode" presStyleCnt="0"/>
      <dgm:spPr/>
    </dgm:pt>
    <dgm:pt modelId="{29C9E7B3-EA1F-4614-B849-BA2D3689ADB0}" type="pres">
      <dgm:prSet presAssocID="{D135AEF0-A570-42B6-A9A2-3152CDF59207}" presName="bgRect" presStyleLbl="bgShp" presStyleIdx="1" presStyleCnt="7"/>
      <dgm:spPr/>
    </dgm:pt>
    <dgm:pt modelId="{9D041FBC-D6C8-4A17-8B42-BCB861954398}" type="pres">
      <dgm:prSet presAssocID="{D135AEF0-A570-42B6-A9A2-3152CDF59207}" presName="iconRect" presStyleLbl="node1" presStyleIdx="1" presStyleCnt="7"/>
      <dgm:spPr/>
    </dgm:pt>
    <dgm:pt modelId="{49115A71-85BA-410F-B9C6-EEB05CC09BDB}" type="pres">
      <dgm:prSet presAssocID="{D135AEF0-A570-42B6-A9A2-3152CDF59207}" presName="spaceRect" presStyleCnt="0"/>
      <dgm:spPr/>
    </dgm:pt>
    <dgm:pt modelId="{AE066633-A593-4E6A-A7FC-C0559953A724}" type="pres">
      <dgm:prSet presAssocID="{D135AEF0-A570-42B6-A9A2-3152CDF59207}" presName="parTx" presStyleLbl="revTx" presStyleIdx="1" presStyleCnt="7">
        <dgm:presLayoutVars>
          <dgm:chMax val="0"/>
          <dgm:chPref val="0"/>
        </dgm:presLayoutVars>
      </dgm:prSet>
      <dgm:spPr/>
    </dgm:pt>
    <dgm:pt modelId="{BFC85E9E-2470-45A4-82A0-8B3CC2E5F464}" type="pres">
      <dgm:prSet presAssocID="{367B3ECD-3065-423C-9A19-D17266B2266E}" presName="sibTrans" presStyleCnt="0"/>
      <dgm:spPr/>
    </dgm:pt>
    <dgm:pt modelId="{C1FF0523-3F70-4EF7-A4A3-468E5BB378A5}" type="pres">
      <dgm:prSet presAssocID="{1F3094CE-CC9C-49BB-880C-E14F486889EB}" presName="compNode" presStyleCnt="0"/>
      <dgm:spPr/>
    </dgm:pt>
    <dgm:pt modelId="{1D2CA72C-13E6-48C2-92C7-16D7C18DF42C}" type="pres">
      <dgm:prSet presAssocID="{1F3094CE-CC9C-49BB-880C-E14F486889EB}" presName="bgRect" presStyleLbl="bgShp" presStyleIdx="2" presStyleCnt="7"/>
      <dgm:spPr/>
    </dgm:pt>
    <dgm:pt modelId="{E1910946-851E-4481-87E4-4F7908FB39F2}" type="pres">
      <dgm:prSet presAssocID="{1F3094CE-CC9C-49BB-880C-E14F486889EB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4505EDF-0775-4B63-8B70-D9B22C08D7F1}" type="pres">
      <dgm:prSet presAssocID="{1F3094CE-CC9C-49BB-880C-E14F486889EB}" presName="spaceRect" presStyleCnt="0"/>
      <dgm:spPr/>
    </dgm:pt>
    <dgm:pt modelId="{53B295A0-A03C-48F0-B515-38A6462B899D}" type="pres">
      <dgm:prSet presAssocID="{1F3094CE-CC9C-49BB-880C-E14F486889EB}" presName="parTx" presStyleLbl="revTx" presStyleIdx="2" presStyleCnt="7">
        <dgm:presLayoutVars>
          <dgm:chMax val="0"/>
          <dgm:chPref val="0"/>
        </dgm:presLayoutVars>
      </dgm:prSet>
      <dgm:spPr/>
    </dgm:pt>
    <dgm:pt modelId="{65BCC7EE-FD29-43B3-9661-250BD64462A3}" type="pres">
      <dgm:prSet presAssocID="{4B216F42-F8F1-495D-9773-5BE8E5B1645D}" presName="sibTrans" presStyleCnt="0"/>
      <dgm:spPr/>
    </dgm:pt>
    <dgm:pt modelId="{914497FB-EEE5-43BE-82E7-847D7AD29CCC}" type="pres">
      <dgm:prSet presAssocID="{21CD085E-BBBA-46B0-B701-24C84BB266CB}" presName="compNode" presStyleCnt="0"/>
      <dgm:spPr/>
    </dgm:pt>
    <dgm:pt modelId="{D67160F8-7632-48DF-A83E-F360A16FD828}" type="pres">
      <dgm:prSet presAssocID="{21CD085E-BBBA-46B0-B701-24C84BB266CB}" presName="bgRect" presStyleLbl="bgShp" presStyleIdx="3" presStyleCnt="7"/>
      <dgm:spPr/>
    </dgm:pt>
    <dgm:pt modelId="{EF420E41-3BFA-4A2B-BA8F-6EB9D56A191F}" type="pres">
      <dgm:prSet presAssocID="{21CD085E-BBBA-46B0-B701-24C84BB266CB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73247ADC-BEB4-4707-90A0-FB8DE45AE146}" type="pres">
      <dgm:prSet presAssocID="{21CD085E-BBBA-46B0-B701-24C84BB266CB}" presName="spaceRect" presStyleCnt="0"/>
      <dgm:spPr/>
    </dgm:pt>
    <dgm:pt modelId="{58CA784E-BF31-46E2-9AEC-9E02536818B0}" type="pres">
      <dgm:prSet presAssocID="{21CD085E-BBBA-46B0-B701-24C84BB266CB}" presName="parTx" presStyleLbl="revTx" presStyleIdx="3" presStyleCnt="7">
        <dgm:presLayoutVars>
          <dgm:chMax val="0"/>
          <dgm:chPref val="0"/>
        </dgm:presLayoutVars>
      </dgm:prSet>
      <dgm:spPr/>
    </dgm:pt>
    <dgm:pt modelId="{E5D6F502-599E-4B24-BBBB-C83634640FAD}" type="pres">
      <dgm:prSet presAssocID="{98FE2247-1771-474D-A6EF-06439C36C606}" presName="sibTrans" presStyleCnt="0"/>
      <dgm:spPr/>
    </dgm:pt>
    <dgm:pt modelId="{84297C83-7036-444B-8D81-F98335B17374}" type="pres">
      <dgm:prSet presAssocID="{9F629994-C36A-4D92-9BB1-E84DFCEDA92B}" presName="compNode" presStyleCnt="0"/>
      <dgm:spPr/>
    </dgm:pt>
    <dgm:pt modelId="{2F0DDF85-66CE-4925-BC57-C0D56A40D032}" type="pres">
      <dgm:prSet presAssocID="{9F629994-C36A-4D92-9BB1-E84DFCEDA92B}" presName="bgRect" presStyleLbl="bgShp" presStyleIdx="4" presStyleCnt="7"/>
      <dgm:spPr/>
    </dgm:pt>
    <dgm:pt modelId="{9C109686-4FC7-4212-AC0D-19F2C526A284}" type="pres">
      <dgm:prSet presAssocID="{9F629994-C36A-4D92-9BB1-E84DFCEDA92B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CBB821D0-2A25-4D27-B775-D2CC61130D94}" type="pres">
      <dgm:prSet presAssocID="{9F629994-C36A-4D92-9BB1-E84DFCEDA92B}" presName="spaceRect" presStyleCnt="0"/>
      <dgm:spPr/>
    </dgm:pt>
    <dgm:pt modelId="{15DB8E46-0167-44E0-97DD-4AD9E1BC5F17}" type="pres">
      <dgm:prSet presAssocID="{9F629994-C36A-4D92-9BB1-E84DFCEDA92B}" presName="parTx" presStyleLbl="revTx" presStyleIdx="4" presStyleCnt="7">
        <dgm:presLayoutVars>
          <dgm:chMax val="0"/>
          <dgm:chPref val="0"/>
        </dgm:presLayoutVars>
      </dgm:prSet>
      <dgm:spPr/>
    </dgm:pt>
    <dgm:pt modelId="{3336EEC0-B28B-4E6E-AAB0-71DE273CA45D}" type="pres">
      <dgm:prSet presAssocID="{81AAE353-D2E4-4DDF-8B28-5803637F88A8}" presName="sibTrans" presStyleCnt="0"/>
      <dgm:spPr/>
    </dgm:pt>
    <dgm:pt modelId="{2E0547BD-5D27-43DB-9C2D-F20CA1F00340}" type="pres">
      <dgm:prSet presAssocID="{30FAA31E-39CB-40B2-A527-0CDD05694D1C}" presName="compNode" presStyleCnt="0"/>
      <dgm:spPr/>
    </dgm:pt>
    <dgm:pt modelId="{4CAC9902-AD5B-454F-AB42-EEECD3ABD32A}" type="pres">
      <dgm:prSet presAssocID="{30FAA31E-39CB-40B2-A527-0CDD05694D1C}" presName="bgRect" presStyleLbl="bgShp" presStyleIdx="5" presStyleCnt="7"/>
      <dgm:spPr/>
    </dgm:pt>
    <dgm:pt modelId="{3F97C860-1201-40B8-8E91-71B1C80EF034}" type="pres">
      <dgm:prSet presAssocID="{30FAA31E-39CB-40B2-A527-0CDD05694D1C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59E4C5CD-F9B9-44A6-A27F-962E126E64C4}" type="pres">
      <dgm:prSet presAssocID="{30FAA31E-39CB-40B2-A527-0CDD05694D1C}" presName="spaceRect" presStyleCnt="0"/>
      <dgm:spPr/>
    </dgm:pt>
    <dgm:pt modelId="{A131C8E9-D253-455D-95F7-8A6EFFBB34D4}" type="pres">
      <dgm:prSet presAssocID="{30FAA31E-39CB-40B2-A527-0CDD05694D1C}" presName="parTx" presStyleLbl="revTx" presStyleIdx="5" presStyleCnt="7">
        <dgm:presLayoutVars>
          <dgm:chMax val="0"/>
          <dgm:chPref val="0"/>
        </dgm:presLayoutVars>
      </dgm:prSet>
      <dgm:spPr/>
    </dgm:pt>
    <dgm:pt modelId="{D2ABFC1B-B604-45B8-9C8F-64264F59E713}" type="pres">
      <dgm:prSet presAssocID="{B8A767D1-5973-4AEA-B97C-C7FEA85B81E8}" presName="sibTrans" presStyleCnt="0"/>
      <dgm:spPr/>
    </dgm:pt>
    <dgm:pt modelId="{37C29D4C-7F9C-44B3-A2D5-E22535DC832A}" type="pres">
      <dgm:prSet presAssocID="{17A80FE2-861D-40DF-8BAC-FDBFD3228D13}" presName="compNode" presStyleCnt="0"/>
      <dgm:spPr/>
    </dgm:pt>
    <dgm:pt modelId="{A165BD51-C990-494F-918A-4059E0344F28}" type="pres">
      <dgm:prSet presAssocID="{17A80FE2-861D-40DF-8BAC-FDBFD3228D13}" presName="bgRect" presStyleLbl="bgShp" presStyleIdx="6" presStyleCnt="7"/>
      <dgm:spPr/>
    </dgm:pt>
    <dgm:pt modelId="{6467C359-4074-4A25-AE2C-5E79B02740B4}" type="pres">
      <dgm:prSet presAssocID="{17A80FE2-861D-40DF-8BAC-FDBFD3228D13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ackboard"/>
        </a:ext>
      </dgm:extLst>
    </dgm:pt>
    <dgm:pt modelId="{027E41E5-DF7F-46A3-A269-6FBBC4683706}" type="pres">
      <dgm:prSet presAssocID="{17A80FE2-861D-40DF-8BAC-FDBFD3228D13}" presName="spaceRect" presStyleCnt="0"/>
      <dgm:spPr/>
    </dgm:pt>
    <dgm:pt modelId="{37C2A0F3-58CD-4F26-B5FB-1AD6AD9C60D3}" type="pres">
      <dgm:prSet presAssocID="{17A80FE2-861D-40DF-8BAC-FDBFD3228D13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29C64E00-E208-4D11-8C1F-33E75DE8C60B}" srcId="{DFB510D2-2227-4529-82AF-7BF769EC4142}" destId="{D1322A7B-DE38-4450-918D-351D88686B03}" srcOrd="0" destOrd="0" parTransId="{24F8F97D-4112-4AAF-839F-31167BE244B1}" sibTransId="{24BD58F1-7BBC-4793-AB18-5470C2E5A6DA}"/>
    <dgm:cxn modelId="{DDD8FA06-498A-4C70-ADC2-3CEB7BB2A771}" srcId="{DFB510D2-2227-4529-82AF-7BF769EC4142}" destId="{21CD085E-BBBA-46B0-B701-24C84BB266CB}" srcOrd="3" destOrd="0" parTransId="{7D6BE69A-43BE-4E85-866D-A04AF14FA176}" sibTransId="{98FE2247-1771-474D-A6EF-06439C36C606}"/>
    <dgm:cxn modelId="{4C398512-B2BE-41DC-9996-D9C15E5B9998}" srcId="{DFB510D2-2227-4529-82AF-7BF769EC4142}" destId="{1F3094CE-CC9C-49BB-880C-E14F486889EB}" srcOrd="2" destOrd="0" parTransId="{E3B8789E-D07E-47C6-A245-2D41658769A3}" sibTransId="{4B216F42-F8F1-495D-9773-5BE8E5B1645D}"/>
    <dgm:cxn modelId="{03CC221A-F090-4F99-B92A-3FE84DBC45FA}" type="presOf" srcId="{D135AEF0-A570-42B6-A9A2-3152CDF59207}" destId="{AE066633-A593-4E6A-A7FC-C0559953A724}" srcOrd="0" destOrd="0" presId="urn:microsoft.com/office/officeart/2018/2/layout/IconVerticalSolidList"/>
    <dgm:cxn modelId="{DD88911E-297F-4A07-8232-C0B32CD48EB0}" type="presOf" srcId="{DFB510D2-2227-4529-82AF-7BF769EC4142}" destId="{3729AFB0-5D3C-4665-9EEA-CF835F8EE9FA}" srcOrd="0" destOrd="0" presId="urn:microsoft.com/office/officeart/2018/2/layout/IconVerticalSolidList"/>
    <dgm:cxn modelId="{0367032E-1679-4D9E-9691-5369B870A256}" type="presOf" srcId="{1F3094CE-CC9C-49BB-880C-E14F486889EB}" destId="{53B295A0-A03C-48F0-B515-38A6462B899D}" srcOrd="0" destOrd="0" presId="urn:microsoft.com/office/officeart/2018/2/layout/IconVerticalSolidList"/>
    <dgm:cxn modelId="{CE98435C-D3D1-47BE-B761-27CF17476503}" type="presOf" srcId="{D1322A7B-DE38-4450-918D-351D88686B03}" destId="{91358DC2-C284-40E2-A744-DA72D14B7897}" srcOrd="0" destOrd="0" presId="urn:microsoft.com/office/officeart/2018/2/layout/IconVerticalSolidList"/>
    <dgm:cxn modelId="{44F1794B-AC64-4A1D-A4A9-1FCCCAE86DF2}" srcId="{DFB510D2-2227-4529-82AF-7BF769EC4142}" destId="{D135AEF0-A570-42B6-A9A2-3152CDF59207}" srcOrd="1" destOrd="0" parTransId="{255AEE7E-3841-4BFA-B2EC-7D5045582A9B}" sibTransId="{367B3ECD-3065-423C-9A19-D17266B2266E}"/>
    <dgm:cxn modelId="{63256155-C588-4A1C-93C9-84A3961ADABE}" srcId="{DFB510D2-2227-4529-82AF-7BF769EC4142}" destId="{9F629994-C36A-4D92-9BB1-E84DFCEDA92B}" srcOrd="4" destOrd="0" parTransId="{6CF28574-5B67-429A-8962-5C3FEA3411D8}" sibTransId="{81AAE353-D2E4-4DDF-8B28-5803637F88A8}"/>
    <dgm:cxn modelId="{3F309182-B53C-4612-BA65-DE8499708BD3}" type="presOf" srcId="{17A80FE2-861D-40DF-8BAC-FDBFD3228D13}" destId="{37C2A0F3-58CD-4F26-B5FB-1AD6AD9C60D3}" srcOrd="0" destOrd="0" presId="urn:microsoft.com/office/officeart/2018/2/layout/IconVerticalSolidList"/>
    <dgm:cxn modelId="{B693E992-7232-4867-942D-286344FFFD6C}" type="presOf" srcId="{30FAA31E-39CB-40B2-A527-0CDD05694D1C}" destId="{A131C8E9-D253-455D-95F7-8A6EFFBB34D4}" srcOrd="0" destOrd="0" presId="urn:microsoft.com/office/officeart/2018/2/layout/IconVerticalSolidList"/>
    <dgm:cxn modelId="{773959A3-F02F-4F51-BB33-A302F6365451}" type="presOf" srcId="{21CD085E-BBBA-46B0-B701-24C84BB266CB}" destId="{58CA784E-BF31-46E2-9AEC-9E02536818B0}" srcOrd="0" destOrd="0" presId="urn:microsoft.com/office/officeart/2018/2/layout/IconVerticalSolidList"/>
    <dgm:cxn modelId="{75E1E4B1-AF72-4425-9BCF-9AB3E1E09ED8}" type="presOf" srcId="{9F629994-C36A-4D92-9BB1-E84DFCEDA92B}" destId="{15DB8E46-0167-44E0-97DD-4AD9E1BC5F17}" srcOrd="0" destOrd="0" presId="urn:microsoft.com/office/officeart/2018/2/layout/IconVerticalSolidList"/>
    <dgm:cxn modelId="{37D078CC-DDE0-469B-9D8F-73E47E69E2B1}" srcId="{DFB510D2-2227-4529-82AF-7BF769EC4142}" destId="{17A80FE2-861D-40DF-8BAC-FDBFD3228D13}" srcOrd="6" destOrd="0" parTransId="{7530A3C8-1297-4A8D-995C-75AF309A77FC}" sibTransId="{8F32665C-2858-4D99-83FE-33FCC66AF729}"/>
    <dgm:cxn modelId="{1D8D03FF-9314-4408-8EC9-6C84FE8C4E70}" srcId="{DFB510D2-2227-4529-82AF-7BF769EC4142}" destId="{30FAA31E-39CB-40B2-A527-0CDD05694D1C}" srcOrd="5" destOrd="0" parTransId="{234AD0F5-B583-4923-95C6-63218E63DFC1}" sibTransId="{B8A767D1-5973-4AEA-B97C-C7FEA85B81E8}"/>
    <dgm:cxn modelId="{B9348163-4D06-4A06-9517-F3ADAC505682}" type="presParOf" srcId="{3729AFB0-5D3C-4665-9EEA-CF835F8EE9FA}" destId="{291F2E81-A873-4E5F-8D45-172094A2F60B}" srcOrd="0" destOrd="0" presId="urn:microsoft.com/office/officeart/2018/2/layout/IconVerticalSolidList"/>
    <dgm:cxn modelId="{B8F06837-3C41-404D-91AB-365BE7F42759}" type="presParOf" srcId="{291F2E81-A873-4E5F-8D45-172094A2F60B}" destId="{896C06F7-5566-4024-A5F9-FF2BF9EB470C}" srcOrd="0" destOrd="0" presId="urn:microsoft.com/office/officeart/2018/2/layout/IconVerticalSolidList"/>
    <dgm:cxn modelId="{F16C9CC8-3FD8-4564-B1EF-E3EAD2F1C5BF}" type="presParOf" srcId="{291F2E81-A873-4E5F-8D45-172094A2F60B}" destId="{8965AAC4-BD5A-476B-9296-19DF5BAD5D00}" srcOrd="1" destOrd="0" presId="urn:microsoft.com/office/officeart/2018/2/layout/IconVerticalSolidList"/>
    <dgm:cxn modelId="{2E563249-475E-4559-8AD7-AEF23E76CE5B}" type="presParOf" srcId="{291F2E81-A873-4E5F-8D45-172094A2F60B}" destId="{0CFCB469-FC14-4526-994D-AFD1AAB53BEB}" srcOrd="2" destOrd="0" presId="urn:microsoft.com/office/officeart/2018/2/layout/IconVerticalSolidList"/>
    <dgm:cxn modelId="{FB9AF377-89EA-4335-9F91-18A6D1062DEB}" type="presParOf" srcId="{291F2E81-A873-4E5F-8D45-172094A2F60B}" destId="{91358DC2-C284-40E2-A744-DA72D14B7897}" srcOrd="3" destOrd="0" presId="urn:microsoft.com/office/officeart/2018/2/layout/IconVerticalSolidList"/>
    <dgm:cxn modelId="{0D2A1093-5B69-4AB7-B11B-F4506C6CEF5C}" type="presParOf" srcId="{3729AFB0-5D3C-4665-9EEA-CF835F8EE9FA}" destId="{95A973F9-5BB3-4057-960D-5F481EDED359}" srcOrd="1" destOrd="0" presId="urn:microsoft.com/office/officeart/2018/2/layout/IconVerticalSolidList"/>
    <dgm:cxn modelId="{980BC69A-9120-4225-9383-1026EDC1989A}" type="presParOf" srcId="{3729AFB0-5D3C-4665-9EEA-CF835F8EE9FA}" destId="{3961EB4C-2D05-4D46-BEA4-321D9089A19F}" srcOrd="2" destOrd="0" presId="urn:microsoft.com/office/officeart/2018/2/layout/IconVerticalSolidList"/>
    <dgm:cxn modelId="{E2A81468-1F7A-45F4-B678-D25BF61AA1BE}" type="presParOf" srcId="{3961EB4C-2D05-4D46-BEA4-321D9089A19F}" destId="{29C9E7B3-EA1F-4614-B849-BA2D3689ADB0}" srcOrd="0" destOrd="0" presId="urn:microsoft.com/office/officeart/2018/2/layout/IconVerticalSolidList"/>
    <dgm:cxn modelId="{D923EB26-23D2-4DE3-8710-F24D8F11A9E5}" type="presParOf" srcId="{3961EB4C-2D05-4D46-BEA4-321D9089A19F}" destId="{9D041FBC-D6C8-4A17-8B42-BCB861954398}" srcOrd="1" destOrd="0" presId="urn:microsoft.com/office/officeart/2018/2/layout/IconVerticalSolidList"/>
    <dgm:cxn modelId="{9FB94FB9-E506-4EA3-9718-763A707895AB}" type="presParOf" srcId="{3961EB4C-2D05-4D46-BEA4-321D9089A19F}" destId="{49115A71-85BA-410F-B9C6-EEB05CC09BDB}" srcOrd="2" destOrd="0" presId="urn:microsoft.com/office/officeart/2018/2/layout/IconVerticalSolidList"/>
    <dgm:cxn modelId="{89F10449-A138-41C1-8918-51785E374329}" type="presParOf" srcId="{3961EB4C-2D05-4D46-BEA4-321D9089A19F}" destId="{AE066633-A593-4E6A-A7FC-C0559953A724}" srcOrd="3" destOrd="0" presId="urn:microsoft.com/office/officeart/2018/2/layout/IconVerticalSolidList"/>
    <dgm:cxn modelId="{AA5035DF-A818-4ADD-AD53-E4ABBCA89B7C}" type="presParOf" srcId="{3729AFB0-5D3C-4665-9EEA-CF835F8EE9FA}" destId="{BFC85E9E-2470-45A4-82A0-8B3CC2E5F464}" srcOrd="3" destOrd="0" presId="urn:microsoft.com/office/officeart/2018/2/layout/IconVerticalSolidList"/>
    <dgm:cxn modelId="{B7FE1A00-2F5C-4830-AFF5-1D1176B0ED11}" type="presParOf" srcId="{3729AFB0-5D3C-4665-9EEA-CF835F8EE9FA}" destId="{C1FF0523-3F70-4EF7-A4A3-468E5BB378A5}" srcOrd="4" destOrd="0" presId="urn:microsoft.com/office/officeart/2018/2/layout/IconVerticalSolidList"/>
    <dgm:cxn modelId="{CDF44E0D-0F8C-4C3C-BB8C-1B301243E262}" type="presParOf" srcId="{C1FF0523-3F70-4EF7-A4A3-468E5BB378A5}" destId="{1D2CA72C-13E6-48C2-92C7-16D7C18DF42C}" srcOrd="0" destOrd="0" presId="urn:microsoft.com/office/officeart/2018/2/layout/IconVerticalSolidList"/>
    <dgm:cxn modelId="{05DA5687-EB78-4443-86C4-C1C5BE6CE044}" type="presParOf" srcId="{C1FF0523-3F70-4EF7-A4A3-468E5BB378A5}" destId="{E1910946-851E-4481-87E4-4F7908FB39F2}" srcOrd="1" destOrd="0" presId="urn:microsoft.com/office/officeart/2018/2/layout/IconVerticalSolidList"/>
    <dgm:cxn modelId="{75FD0F97-D720-463E-8263-089A323CF2B1}" type="presParOf" srcId="{C1FF0523-3F70-4EF7-A4A3-468E5BB378A5}" destId="{04505EDF-0775-4B63-8B70-D9B22C08D7F1}" srcOrd="2" destOrd="0" presId="urn:microsoft.com/office/officeart/2018/2/layout/IconVerticalSolidList"/>
    <dgm:cxn modelId="{C23C239D-71FC-40F5-A50F-568E4E585AC1}" type="presParOf" srcId="{C1FF0523-3F70-4EF7-A4A3-468E5BB378A5}" destId="{53B295A0-A03C-48F0-B515-38A6462B899D}" srcOrd="3" destOrd="0" presId="urn:microsoft.com/office/officeart/2018/2/layout/IconVerticalSolidList"/>
    <dgm:cxn modelId="{611CA23E-8DC5-4FF6-BEAB-1F1754120F7A}" type="presParOf" srcId="{3729AFB0-5D3C-4665-9EEA-CF835F8EE9FA}" destId="{65BCC7EE-FD29-43B3-9661-250BD64462A3}" srcOrd="5" destOrd="0" presId="urn:microsoft.com/office/officeart/2018/2/layout/IconVerticalSolidList"/>
    <dgm:cxn modelId="{A76DD6BC-80F3-4234-B00B-C2D1B9C9EB6C}" type="presParOf" srcId="{3729AFB0-5D3C-4665-9EEA-CF835F8EE9FA}" destId="{914497FB-EEE5-43BE-82E7-847D7AD29CCC}" srcOrd="6" destOrd="0" presId="urn:microsoft.com/office/officeart/2018/2/layout/IconVerticalSolidList"/>
    <dgm:cxn modelId="{2B28DA75-ABBD-44DF-8CCC-9E67FAC62C63}" type="presParOf" srcId="{914497FB-EEE5-43BE-82E7-847D7AD29CCC}" destId="{D67160F8-7632-48DF-A83E-F360A16FD828}" srcOrd="0" destOrd="0" presId="urn:microsoft.com/office/officeart/2018/2/layout/IconVerticalSolidList"/>
    <dgm:cxn modelId="{6D8F0FD2-70EB-4CB7-B140-69E882DF34D8}" type="presParOf" srcId="{914497FB-EEE5-43BE-82E7-847D7AD29CCC}" destId="{EF420E41-3BFA-4A2B-BA8F-6EB9D56A191F}" srcOrd="1" destOrd="0" presId="urn:microsoft.com/office/officeart/2018/2/layout/IconVerticalSolidList"/>
    <dgm:cxn modelId="{CB0A7790-C1C6-49A4-87DB-6F37F84353A6}" type="presParOf" srcId="{914497FB-EEE5-43BE-82E7-847D7AD29CCC}" destId="{73247ADC-BEB4-4707-90A0-FB8DE45AE146}" srcOrd="2" destOrd="0" presId="urn:microsoft.com/office/officeart/2018/2/layout/IconVerticalSolidList"/>
    <dgm:cxn modelId="{2C8B8795-8BE7-44FE-B9D6-D98867FFA717}" type="presParOf" srcId="{914497FB-EEE5-43BE-82E7-847D7AD29CCC}" destId="{58CA784E-BF31-46E2-9AEC-9E02536818B0}" srcOrd="3" destOrd="0" presId="urn:microsoft.com/office/officeart/2018/2/layout/IconVerticalSolidList"/>
    <dgm:cxn modelId="{8C6B95B0-D567-42A5-B9A9-C8FDED5B5AFE}" type="presParOf" srcId="{3729AFB0-5D3C-4665-9EEA-CF835F8EE9FA}" destId="{E5D6F502-599E-4B24-BBBB-C83634640FAD}" srcOrd="7" destOrd="0" presId="urn:microsoft.com/office/officeart/2018/2/layout/IconVerticalSolidList"/>
    <dgm:cxn modelId="{23AB9D61-9482-4E21-B49F-5286A700E857}" type="presParOf" srcId="{3729AFB0-5D3C-4665-9EEA-CF835F8EE9FA}" destId="{84297C83-7036-444B-8D81-F98335B17374}" srcOrd="8" destOrd="0" presId="urn:microsoft.com/office/officeart/2018/2/layout/IconVerticalSolidList"/>
    <dgm:cxn modelId="{C7C8683B-FE41-40DE-B84A-959EC14731BE}" type="presParOf" srcId="{84297C83-7036-444B-8D81-F98335B17374}" destId="{2F0DDF85-66CE-4925-BC57-C0D56A40D032}" srcOrd="0" destOrd="0" presId="urn:microsoft.com/office/officeart/2018/2/layout/IconVerticalSolidList"/>
    <dgm:cxn modelId="{B7AE651D-5D4B-44C3-8B10-530445A28486}" type="presParOf" srcId="{84297C83-7036-444B-8D81-F98335B17374}" destId="{9C109686-4FC7-4212-AC0D-19F2C526A284}" srcOrd="1" destOrd="0" presId="urn:microsoft.com/office/officeart/2018/2/layout/IconVerticalSolidList"/>
    <dgm:cxn modelId="{87911E92-DBA8-4AFB-8F6B-6290308F65F8}" type="presParOf" srcId="{84297C83-7036-444B-8D81-F98335B17374}" destId="{CBB821D0-2A25-4D27-B775-D2CC61130D94}" srcOrd="2" destOrd="0" presId="urn:microsoft.com/office/officeart/2018/2/layout/IconVerticalSolidList"/>
    <dgm:cxn modelId="{C611D1B2-A6BE-4FCC-868A-61C48AE25A5A}" type="presParOf" srcId="{84297C83-7036-444B-8D81-F98335B17374}" destId="{15DB8E46-0167-44E0-97DD-4AD9E1BC5F17}" srcOrd="3" destOrd="0" presId="urn:microsoft.com/office/officeart/2018/2/layout/IconVerticalSolidList"/>
    <dgm:cxn modelId="{E547F5C8-F1BC-47C6-90CE-661869861BB7}" type="presParOf" srcId="{3729AFB0-5D3C-4665-9EEA-CF835F8EE9FA}" destId="{3336EEC0-B28B-4E6E-AAB0-71DE273CA45D}" srcOrd="9" destOrd="0" presId="urn:microsoft.com/office/officeart/2018/2/layout/IconVerticalSolidList"/>
    <dgm:cxn modelId="{75AA1DF4-5526-42D0-B9C0-28E36ACBDA3C}" type="presParOf" srcId="{3729AFB0-5D3C-4665-9EEA-CF835F8EE9FA}" destId="{2E0547BD-5D27-43DB-9C2D-F20CA1F00340}" srcOrd="10" destOrd="0" presId="urn:microsoft.com/office/officeart/2018/2/layout/IconVerticalSolidList"/>
    <dgm:cxn modelId="{F03B8982-7532-49E0-93E2-A13A671C44F5}" type="presParOf" srcId="{2E0547BD-5D27-43DB-9C2D-F20CA1F00340}" destId="{4CAC9902-AD5B-454F-AB42-EEECD3ABD32A}" srcOrd="0" destOrd="0" presId="urn:microsoft.com/office/officeart/2018/2/layout/IconVerticalSolidList"/>
    <dgm:cxn modelId="{5D0DDFE8-FA08-4F16-9664-E46AA90EE318}" type="presParOf" srcId="{2E0547BD-5D27-43DB-9C2D-F20CA1F00340}" destId="{3F97C860-1201-40B8-8E91-71B1C80EF034}" srcOrd="1" destOrd="0" presId="urn:microsoft.com/office/officeart/2018/2/layout/IconVerticalSolidList"/>
    <dgm:cxn modelId="{C98F031B-3683-4D31-B43C-0FC8214EA6CC}" type="presParOf" srcId="{2E0547BD-5D27-43DB-9C2D-F20CA1F00340}" destId="{59E4C5CD-F9B9-44A6-A27F-962E126E64C4}" srcOrd="2" destOrd="0" presId="urn:microsoft.com/office/officeart/2018/2/layout/IconVerticalSolidList"/>
    <dgm:cxn modelId="{ED750F86-80B0-4771-B360-3DB99D453E61}" type="presParOf" srcId="{2E0547BD-5D27-43DB-9C2D-F20CA1F00340}" destId="{A131C8E9-D253-455D-95F7-8A6EFFBB34D4}" srcOrd="3" destOrd="0" presId="urn:microsoft.com/office/officeart/2018/2/layout/IconVerticalSolidList"/>
    <dgm:cxn modelId="{37B6EE09-7B7E-4AF7-B9EE-A0B3664BF07C}" type="presParOf" srcId="{3729AFB0-5D3C-4665-9EEA-CF835F8EE9FA}" destId="{D2ABFC1B-B604-45B8-9C8F-64264F59E713}" srcOrd="11" destOrd="0" presId="urn:microsoft.com/office/officeart/2018/2/layout/IconVerticalSolidList"/>
    <dgm:cxn modelId="{21C30250-4D4E-420F-9257-0CBDFBC187D8}" type="presParOf" srcId="{3729AFB0-5D3C-4665-9EEA-CF835F8EE9FA}" destId="{37C29D4C-7F9C-44B3-A2D5-E22535DC832A}" srcOrd="12" destOrd="0" presId="urn:microsoft.com/office/officeart/2018/2/layout/IconVerticalSolidList"/>
    <dgm:cxn modelId="{CDA64BAA-4A46-4FD9-AB37-95F8FC3651D2}" type="presParOf" srcId="{37C29D4C-7F9C-44B3-A2D5-E22535DC832A}" destId="{A165BD51-C990-494F-918A-4059E0344F28}" srcOrd="0" destOrd="0" presId="urn:microsoft.com/office/officeart/2018/2/layout/IconVerticalSolidList"/>
    <dgm:cxn modelId="{436BB7B1-C789-4990-B2E9-5A5E7682D929}" type="presParOf" srcId="{37C29D4C-7F9C-44B3-A2D5-E22535DC832A}" destId="{6467C359-4074-4A25-AE2C-5E79B02740B4}" srcOrd="1" destOrd="0" presId="urn:microsoft.com/office/officeart/2018/2/layout/IconVerticalSolidList"/>
    <dgm:cxn modelId="{33621584-DB37-4628-9B42-6F8463ED2421}" type="presParOf" srcId="{37C29D4C-7F9C-44B3-A2D5-E22535DC832A}" destId="{027E41E5-DF7F-46A3-A269-6FBBC4683706}" srcOrd="2" destOrd="0" presId="urn:microsoft.com/office/officeart/2018/2/layout/IconVerticalSolidList"/>
    <dgm:cxn modelId="{7FD50D1A-5E18-4631-A8E5-0F912819575A}" type="presParOf" srcId="{37C29D4C-7F9C-44B3-A2D5-E22535DC832A}" destId="{37C2A0F3-58CD-4F26-B5FB-1AD6AD9C60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C06F7-5566-4024-A5F9-FF2BF9EB470C}">
      <dsp:nvSpPr>
        <dsp:cNvPr id="0" name=""/>
        <dsp:cNvSpPr/>
      </dsp:nvSpPr>
      <dsp:spPr>
        <a:xfrm>
          <a:off x="0" y="371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5AAC4-BD5A-476B-9296-19DF5BAD5D00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58DC2-C284-40E2-A744-DA72D14B7897}">
      <dsp:nvSpPr>
        <dsp:cNvPr id="0" name=""/>
        <dsp:cNvSpPr/>
      </dsp:nvSpPr>
      <dsp:spPr>
        <a:xfrm>
          <a:off x="591168" y="371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Modern Love"/>
            </a:rPr>
            <a:t> In the system, </a:t>
          </a:r>
          <a:endParaRPr lang="en-US" sz="1600" kern="1200" dirty="0"/>
        </a:p>
      </dsp:txBody>
      <dsp:txXfrm>
        <a:off x="591168" y="371"/>
        <a:ext cx="9042842" cy="511834"/>
      </dsp:txXfrm>
    </dsp:sp>
    <dsp:sp modelId="{29C9E7B3-EA1F-4614-B849-BA2D3689ADB0}">
      <dsp:nvSpPr>
        <dsp:cNvPr id="0" name=""/>
        <dsp:cNvSpPr/>
      </dsp:nvSpPr>
      <dsp:spPr>
        <a:xfrm>
          <a:off x="0" y="640165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041FBC-D6C8-4A17-8B42-BCB861954398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66633-A593-4E6A-A7FC-C0559953A724}">
      <dsp:nvSpPr>
        <dsp:cNvPr id="0" name=""/>
        <dsp:cNvSpPr/>
      </dsp:nvSpPr>
      <dsp:spPr>
        <a:xfrm>
          <a:off x="591168" y="640165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 need a Student class, </a:t>
          </a:r>
        </a:p>
      </dsp:txBody>
      <dsp:txXfrm>
        <a:off x="591168" y="640165"/>
        <a:ext cx="9042842" cy="511834"/>
      </dsp:txXfrm>
    </dsp:sp>
    <dsp:sp modelId="{1D2CA72C-13E6-48C2-92C7-16D7C18DF42C}">
      <dsp:nvSpPr>
        <dsp:cNvPr id="0" name=""/>
        <dsp:cNvSpPr/>
      </dsp:nvSpPr>
      <dsp:spPr>
        <a:xfrm>
          <a:off x="0" y="1279958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910946-851E-4481-87E4-4F7908FB39F2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295A0-A03C-48F0-B515-38A6462B899D}">
      <dsp:nvSpPr>
        <dsp:cNvPr id="0" name=""/>
        <dsp:cNvSpPr/>
      </dsp:nvSpPr>
      <dsp:spPr>
        <a:xfrm>
          <a:off x="591168" y="1279958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Course class, and </a:t>
          </a:r>
        </a:p>
      </dsp:txBody>
      <dsp:txXfrm>
        <a:off x="591168" y="1279958"/>
        <a:ext cx="9042842" cy="511834"/>
      </dsp:txXfrm>
    </dsp:sp>
    <dsp:sp modelId="{D67160F8-7632-48DF-A83E-F360A16FD828}">
      <dsp:nvSpPr>
        <dsp:cNvPr id="0" name=""/>
        <dsp:cNvSpPr/>
      </dsp:nvSpPr>
      <dsp:spPr>
        <a:xfrm>
          <a:off x="0" y="1919751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20E41-3BFA-4A2B-BA8F-6EB9D56A191F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A784E-BF31-46E2-9AEC-9E02536818B0}">
      <dsp:nvSpPr>
        <dsp:cNvPr id="0" name=""/>
        <dsp:cNvSpPr/>
      </dsp:nvSpPr>
      <dsp:spPr>
        <a:xfrm>
          <a:off x="591168" y="1919751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Professor class. </a:t>
          </a:r>
        </a:p>
      </dsp:txBody>
      <dsp:txXfrm>
        <a:off x="591168" y="1919751"/>
        <a:ext cx="9042842" cy="511834"/>
      </dsp:txXfrm>
    </dsp:sp>
    <dsp:sp modelId="{2F0DDF85-66CE-4925-BC57-C0D56A40D032}">
      <dsp:nvSpPr>
        <dsp:cNvPr id="0" name=""/>
        <dsp:cNvSpPr/>
      </dsp:nvSpPr>
      <dsp:spPr>
        <a:xfrm>
          <a:off x="0" y="2559544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109686-4FC7-4212-AC0D-19F2C526A284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B8E46-0167-44E0-97DD-4AD9E1BC5F17}">
      <dsp:nvSpPr>
        <dsp:cNvPr id="0" name=""/>
        <dsp:cNvSpPr/>
      </dsp:nvSpPr>
      <dsp:spPr>
        <a:xfrm>
          <a:off x="591168" y="2559544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Students enroll in courses. </a:t>
          </a:r>
        </a:p>
      </dsp:txBody>
      <dsp:txXfrm>
        <a:off x="591168" y="2559544"/>
        <a:ext cx="9042842" cy="511834"/>
      </dsp:txXfrm>
    </dsp:sp>
    <dsp:sp modelId="{4CAC9902-AD5B-454F-AB42-EEECD3ABD32A}">
      <dsp:nvSpPr>
        <dsp:cNvPr id="0" name=""/>
        <dsp:cNvSpPr/>
      </dsp:nvSpPr>
      <dsp:spPr>
        <a:xfrm>
          <a:off x="0" y="3199338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7C860-1201-40B8-8E91-71B1C80EF034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1C8E9-D253-455D-95F7-8A6EFFBB34D4}">
      <dsp:nvSpPr>
        <dsp:cNvPr id="0" name=""/>
        <dsp:cNvSpPr/>
      </dsp:nvSpPr>
      <dsp:spPr>
        <a:xfrm>
          <a:off x="591168" y="3199338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Professors teach courses. </a:t>
          </a:r>
        </a:p>
      </dsp:txBody>
      <dsp:txXfrm>
        <a:off x="591168" y="3199338"/>
        <a:ext cx="9042842" cy="511834"/>
      </dsp:txXfrm>
    </dsp:sp>
    <dsp:sp modelId="{A165BD51-C990-494F-918A-4059E0344F28}">
      <dsp:nvSpPr>
        <dsp:cNvPr id="0" name=""/>
        <dsp:cNvSpPr/>
      </dsp:nvSpPr>
      <dsp:spPr>
        <a:xfrm>
          <a:off x="0" y="3839131"/>
          <a:ext cx="9634011" cy="51183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67C359-4074-4A25-AE2C-5E79B02740B4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2A0F3-58CD-4F26-B5FB-1AD6AD9C60D3}">
      <dsp:nvSpPr>
        <dsp:cNvPr id="0" name=""/>
        <dsp:cNvSpPr/>
      </dsp:nvSpPr>
      <dsp:spPr>
        <a:xfrm>
          <a:off x="591168" y="3839131"/>
          <a:ext cx="9042842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 course may have many students...”</a:t>
          </a:r>
        </a:p>
      </dsp:txBody>
      <dsp:txXfrm>
        <a:off x="591168" y="3839131"/>
        <a:ext cx="9042842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8949A-688B-4AED-AA8E-F203BA3310F5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7B2A-1291-46F4-B4CC-8BAFDF935B56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687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6B3B4-A63D-42FA-B9D1-41D36384F384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42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0803-F60A-46DD-B88E-307855619A34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3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B4245-B7F0-48F5-9A59-408A637F0829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7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FBFC-AFD0-49F7-9AAB-86AF5F4471C2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58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EFA3-A6B6-4916-BD87-2F7F0B6DE4AC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3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28FE2-E902-4B86-B2C7-4AE6B54CDB70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543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4E58-F253-4E0F-B41E-2DC0E51ABEA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26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30231-6059-4AF0-B828-13FEB68C6E43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3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6E087-9EB9-42E7-B62A-9B8FE3556101}" type="datetimeFigureOut">
              <a:rPr lang="en-US" dirty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84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/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/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/>
              <a:ahLst/>
              <a:cxnLst/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/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/>
              <a:ahLst/>
              <a:cxnLst/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/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/>
              <a:ahLst/>
              <a:cxnLst/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/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/>
              <a:ahLst/>
              <a:cxnLst/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/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/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/>
              <a:ahLst/>
              <a:cxnLst/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/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/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/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/>
              <a:ahLst/>
              <a:cxnLst/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/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/>
              <a:ahLst/>
              <a:cxnLst/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/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/>
              <a:ahLst/>
              <a:cxnLst/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/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/>
              <a:ahLst/>
              <a:cxnLst/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/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/>
              <a:ahLst/>
              <a:cxnLst/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/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/>
              <a:ahLst/>
              <a:cxnLst/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/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/>
              <a:ahLst/>
              <a:cxnLst/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/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/>
              <a:ahLst/>
              <a:cxnLst/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/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/>
              <a:ahLst/>
              <a:cxnLst/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/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/>
              <a:ahLst/>
              <a:cxnLst/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/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/>
              <a:ahLst/>
              <a:cxnLst/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/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/>
              <a:ahLst/>
              <a:cxnLst/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/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/>
              <a:ahLst/>
              <a:cxnLst/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/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/>
              <a:ahLst/>
              <a:cxnLst/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/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/>
              <a:ahLst/>
              <a:cxnLst/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/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/>
              <a:ahLst/>
              <a:cxnLst/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/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/>
              <a:ahLst/>
              <a:cxnLst/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/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/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/>
              <a:ahLst/>
              <a:cxnLst/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/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/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/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/>
              <a:ahLst/>
              <a:cxnLst/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/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/>
              <a:ahLst/>
              <a:cxnLst/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/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/>
              <a:ahLst/>
              <a:cxnLst/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/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/>
              <a:ahLst/>
              <a:cxnLst/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/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/>
              <a:ahLst/>
              <a:cxnLst/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/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/>
              <a:ahLst/>
              <a:cxnLst/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/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/>
              <a:ahLst/>
              <a:cxnLst/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/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/>
              <a:ahLst/>
              <a:cxnLst/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/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/>
              <a:ahLst/>
              <a:cxnLst/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/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/>
              <a:ahLst/>
              <a:cxnLst/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/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/>
              <a:ahLst/>
              <a:cxnLst/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/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/>
              <a:ahLst/>
              <a:cxnLst/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/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/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/>
              <a:ahLst/>
              <a:cxnLst/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/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/>
              <a:ahLst/>
              <a:cxnLst/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/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/>
              <a:ahLst/>
              <a:cxnLst/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/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/>
              <a:ahLst/>
              <a:cxnLst/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/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/>
              <a:ahLst/>
              <a:cxnLst/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/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/>
              <a:ahLst/>
              <a:cxnLst/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/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/>
              <a:ahLst/>
              <a:cxnLst/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/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/>
              <a:ahLst/>
              <a:cxnLst/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/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/>
              <a:ahLst/>
              <a:cxnLst/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/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/>
              <a:ahLst/>
              <a:cxnLst/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/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/>
              <a:ahLst/>
              <a:cxnLst/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/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/>
              <a:ahLst/>
              <a:cxnLst/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/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/>
              <a:ahLst/>
              <a:cxnLst/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/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/>
              <a:ahLst/>
              <a:cxnLst/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0F082710-245A-48CB-A5F6-8BB1DF6AB298}" type="datetimeFigureOut">
              <a:rPr lang="en-US" dirty="0"/>
              <a:pPr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24578CCF-2EC4-44CB-A694-F6F6E59A398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2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76">
          <p15:clr>
            <a:srgbClr val="F26B43"/>
          </p15:clr>
        </p15:guide>
        <p15:guide id="2" pos="6792">
          <p15:clr>
            <a:srgbClr val="F26B43"/>
          </p15:clr>
        </p15:guide>
        <p15:guide id="3" pos="3720">
          <p15:clr>
            <a:srgbClr val="F26B43"/>
          </p15:clr>
        </p15:guide>
        <p15:guide id="4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ual-paradigm.com/guide/uml-unified-modeling-language/uml-class-diagram-tutorial/" TargetMode="External"/><Relationship Id="rId2" Type="http://schemas.openxmlformats.org/officeDocument/2006/relationships/hyperlink" Target="https://www.jointjs.com/blog/uml-class-diagram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 220 </a:t>
            </a:r>
            <a:br>
              <a:rPr lang="en-US" dirty="0"/>
            </a:br>
            <a:r>
              <a:rPr lang="en-US" dirty="0"/>
              <a:t>Advanced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Topic: </a:t>
            </a:r>
            <a:r>
              <a:rPr lang="en-US" dirty="0" err="1"/>
              <a:t>uml</a:t>
            </a:r>
            <a:r>
              <a:rPr lang="en-US" dirty="0"/>
              <a:t> diagram  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1895-DAAF-ECB0-C034-A2424EBA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is-a</a:t>
            </a:r>
            <a:r>
              <a:rPr lang="en-US" dirty="0"/>
              <a:t> relationship: inheritance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99D0C-546D-190C-4EBF-6958A3E5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57AD-E2F9-4B5E-9A8B-24E011B9FA03}" type="datetime1">
              <a:rPr lang="en-US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A1AB2-9AFD-A762-13E1-2F5F3772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0C3CB-7DD4-3200-D32B-0DC1D2F0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2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8D11DD2-56F3-47B6-8C7C-9EADDE4F6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853" y="2018189"/>
            <a:ext cx="6096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2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24E97-58CC-CCA0-F3DF-46D5C778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Not only through inheritance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4500D5-5F02-98D3-5FC5-2C7A45417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4896" y="1715551"/>
            <a:ext cx="7425446" cy="4950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2B7E8-12B4-C4C3-AAB1-4E6A00D1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22CE-1C5E-48EA-ABD6-2111C0ABA752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31EAA-7579-2859-26CB-D57F3D13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0879A-5E06-6EA9-D2F4-5BBD04EEE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29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75881-F183-7C54-C8F8-A5EB9AF9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Wait! There are more ...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78A679B-FCB9-B14D-F8C6-D7E0154E7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8853" y="2018189"/>
            <a:ext cx="6096000" cy="4064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F931A-C02F-089C-E1BE-36786D87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F7EBB-9E1B-4006-A349-2FAA225F0D03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5CEC-C50C-DAC7-63DA-82B930DE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7784B-BCC2-3E5F-BCD8-10AC7B60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290E-9CA6-4966-A986-4203F22E3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forms of 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150D4-9641-7135-C032-374C12F24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</a:rPr>
              <a:t>We use </a:t>
            </a:r>
            <a:r>
              <a:rPr lang="en-US" b="1" dirty="0">
                <a:ea typeface="+mn-lt"/>
                <a:cs typeface="+mn-lt"/>
              </a:rPr>
              <a:t>associations</a:t>
            </a:r>
            <a:r>
              <a:rPr lang="en-US" dirty="0">
                <a:ea typeface="+mn-lt"/>
                <a:cs typeface="+mn-lt"/>
              </a:rPr>
              <a:t> to represent these kinds of relationships between objects.</a:t>
            </a:r>
            <a:endParaRPr lang="en-US" dirty="0"/>
          </a:p>
          <a:p>
            <a:pPr>
              <a:buClr>
                <a:srgbClr val="C3B2A7"/>
              </a:buClr>
            </a:pPr>
            <a:endParaRPr lang="en-US" dirty="0"/>
          </a:p>
          <a:p>
            <a:pPr>
              <a:buClr>
                <a:srgbClr val="C3B2A7"/>
              </a:buClr>
            </a:pPr>
            <a:r>
              <a:rPr lang="en-US" sz="3200" dirty="0">
                <a:ea typeface="+mn-lt"/>
                <a:cs typeface="+mn-lt"/>
              </a:rPr>
              <a:t>Association → Aggregation → Composition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574B9-2F43-C3C7-A42B-B2912768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6845-173B-4D09-9B03-571068CF78E9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BAE14-AF46-9879-BF75-1681FE6C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B5FEC-D658-1A11-A047-96F6ADEC1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0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40F78-E531-3A37-BF6D-BA4F86FB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C770D-E548-4086-A80E-325DE0AE3D6D}" type="datetime1">
              <a:t>9/3/2026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012954-148D-03DB-FAD3-127EE99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1D75-8DE6-6A39-5B48-84B3ECFB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7130C-531B-3FF9-E80B-F030065EB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68565" cy="68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4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32FD-22A2-376E-5E7D-8689FDDE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A572-6DEA-8866-F6A9-7D73B822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8A77F-FCE5-044E-6ABD-128620B33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>
              <a:buClr>
                <a:srgbClr val="C3B2A7"/>
              </a:buClr>
            </a:pPr>
            <a:r>
              <a:rPr lang="en-US" b="1" dirty="0">
                <a:latin typeface="Avenir Next LT Pro"/>
                <a:cs typeface="Times New Roman"/>
              </a:rPr>
              <a:t>Multiplicity</a:t>
            </a:r>
            <a:r>
              <a:rPr lang="en-US" dirty="0">
                <a:latin typeface="Avenir Next LT Pro"/>
                <a:cs typeface="Times New Roman"/>
              </a:rPr>
              <a:t> = how many instances of one class may be associated with one instance of another class. </a:t>
            </a:r>
            <a:endParaRPr lang="en-US">
              <a:latin typeface="Avenir Next LT Pro"/>
            </a:endParaRPr>
          </a:p>
          <a:p>
            <a:pPr>
              <a:buClr>
                <a:srgbClr val="C3B2A7"/>
              </a:buClr>
            </a:pPr>
            <a:r>
              <a:rPr lang="en-US" sz="1800" dirty="0">
                <a:solidFill>
                  <a:srgbClr val="7030A0"/>
                </a:solidFill>
                <a:latin typeface="Avenir Next LT Pro"/>
                <a:cs typeface="Courier New"/>
              </a:rPr>
              <a:t>Student  * -------- 1  Advisor [many to one]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ü"/>
            </a:pPr>
            <a:r>
              <a:rPr lang="en-US" sz="1600" dirty="0">
                <a:solidFill>
                  <a:srgbClr val="7030A0"/>
                </a:solidFill>
                <a:latin typeface="Avenir Next LT Pro"/>
                <a:cs typeface="Courier New"/>
              </a:rPr>
              <a:t>Many students may have the same advisor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ü"/>
            </a:pPr>
            <a:r>
              <a:rPr lang="en-US" sz="1600" dirty="0">
                <a:solidFill>
                  <a:srgbClr val="7030A0"/>
                </a:solidFill>
                <a:latin typeface="Avenir Next LT Pro"/>
                <a:cs typeface="Courier New"/>
              </a:rPr>
              <a:t>An advisor may have many assigned advisees/students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ü"/>
            </a:pPr>
            <a:r>
              <a:rPr lang="en-US" sz="1600" dirty="0">
                <a:solidFill>
                  <a:srgbClr val="7030A0"/>
                </a:solidFill>
                <a:ea typeface="+mn-lt"/>
                <a:cs typeface="+mn-lt"/>
              </a:rPr>
              <a:t>This expresses a many-to-one relationship between Student and Advisor.</a:t>
            </a:r>
            <a:endParaRPr lang="en-US" sz="1600" dirty="0">
              <a:solidFill>
                <a:srgbClr val="7030A0"/>
              </a:solidFill>
              <a:latin typeface="Avenir Next LT Pro"/>
              <a:cs typeface="Courier New"/>
            </a:endParaRPr>
          </a:p>
          <a:p>
            <a:pPr>
              <a:buClr>
                <a:srgbClr val="C3B2A7"/>
              </a:buClr>
            </a:pPr>
            <a:endParaRPr lang="en-US" sz="1800" dirty="0">
              <a:solidFill>
                <a:srgbClr val="7030A0"/>
              </a:solidFill>
              <a:latin typeface="Avenir Next LT Pro"/>
              <a:cs typeface="Courier New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E4959-DF17-B9EA-DE26-92430069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6FAD-AB5F-4671-AD79-A02FA6412AAA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C3630-09B4-BCA0-DF31-77197581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831A4-826F-486B-DC2D-0DD97772F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530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0306-5E50-4430-3623-D30AA5E9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Multiplicity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F96D0-7991-11A3-FCE8-952DC7FDF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>
              <a:buClr>
                <a:srgbClr val="C3B2A7"/>
              </a:buClr>
            </a:pPr>
            <a:r>
              <a:rPr lang="en-US" b="1" dirty="0">
                <a:latin typeface="Avenir Next LT Pro"/>
                <a:cs typeface="Times New Roman"/>
              </a:rPr>
              <a:t>Multiplicity</a:t>
            </a:r>
            <a:r>
              <a:rPr lang="en-US" dirty="0">
                <a:latin typeface="Avenir Next LT Pro"/>
                <a:cs typeface="Times New Roman"/>
              </a:rPr>
              <a:t> = how many instances of one class may be associated with one instance of another class. </a:t>
            </a:r>
            <a:endParaRPr lang="en-US">
              <a:latin typeface="Avenir Next LT Pro"/>
            </a:endParaRPr>
          </a:p>
          <a:p>
            <a:pPr>
              <a:buClr>
                <a:srgbClr val="C3B2A7"/>
              </a:buClr>
            </a:pPr>
            <a:r>
              <a:rPr lang="en-US" sz="1800" dirty="0">
                <a:solidFill>
                  <a:srgbClr val="7030A0"/>
                </a:solidFill>
                <a:latin typeface="Avenir Next LT Pro"/>
                <a:cs typeface="Courier New"/>
              </a:rPr>
              <a:t>Student  * -------- 1  Advisor [many to one]</a:t>
            </a:r>
            <a:endParaRPr lang="en-US" sz="1800">
              <a:solidFill>
                <a:srgbClr val="7030A0"/>
              </a:solidFill>
              <a:latin typeface="Avenir Next LT Pro"/>
            </a:endParaRPr>
          </a:p>
          <a:p>
            <a:pPr>
              <a:buClr>
                <a:srgbClr val="C3B2A7"/>
              </a:buClr>
            </a:pPr>
            <a:r>
              <a:rPr lang="en-US" sz="1800" dirty="0">
                <a:solidFill>
                  <a:srgbClr val="2A5A6B"/>
                </a:solidFill>
                <a:latin typeface="Avenir Next LT Pro"/>
                <a:ea typeface="+mn-lt"/>
                <a:cs typeface="+mn-lt"/>
              </a:rPr>
              <a:t>Student * -------- * Course [many to many]</a:t>
            </a:r>
            <a:endParaRPr lang="en-US" sz="1800" dirty="0">
              <a:solidFill>
                <a:srgbClr val="2A5A6B"/>
              </a:solidFill>
              <a:latin typeface="Avenir Next LT Pro"/>
            </a:endParaRPr>
          </a:p>
          <a:p>
            <a:pPr>
              <a:buClr>
                <a:srgbClr val="C3B2A7"/>
              </a:buClr>
            </a:pPr>
            <a:r>
              <a:rPr lang="en-US" sz="1800" dirty="0">
                <a:solidFill>
                  <a:srgbClr val="2A5A6B"/>
                </a:solidFill>
                <a:latin typeface="Avenir Next LT Pro"/>
              </a:rPr>
              <a:t>Professor * ------- * Course [many to many]</a:t>
            </a:r>
          </a:p>
          <a:p>
            <a:pPr>
              <a:buClr>
                <a:srgbClr val="C3B2A7"/>
              </a:buClr>
            </a:pPr>
            <a:r>
              <a:rPr lang="en-US" sz="1800" dirty="0">
                <a:solidFill>
                  <a:srgbClr val="C00000"/>
                </a:solidFill>
                <a:latin typeface="Avenir Next LT Pro"/>
                <a:ea typeface="+mn-lt"/>
                <a:cs typeface="+mn-lt"/>
              </a:rPr>
              <a:t>Adult 1 -------- 1 SSN  [one to one]</a:t>
            </a:r>
            <a:endParaRPr lang="en-US" sz="1800">
              <a:solidFill>
                <a:srgbClr val="C00000"/>
              </a:solidFill>
              <a:latin typeface="Avenir Next LT Pro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B16EF-619B-EB3D-3546-732BAC4C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6FAD-AB5F-4671-AD79-A02FA6412AAA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C3E96-7D67-2E43-1F80-46A4E276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FCCD5-3B23-6F64-4647-9841D2659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07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A545-FB87-11D5-C44D-271CF768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7E377-C7E0-0931-F14E-903DD39C4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 example of a 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Ø"/>
            </a:pPr>
            <a:r>
              <a:rPr lang="en-US" dirty="0"/>
              <a:t>Association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Ø"/>
            </a:pPr>
            <a:r>
              <a:rPr lang="en-US" dirty="0"/>
              <a:t>Aggregation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Ø"/>
            </a:pPr>
            <a:r>
              <a:rPr lang="en-US" dirty="0"/>
              <a:t>Composition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Ø"/>
            </a:pPr>
            <a:r>
              <a:rPr lang="en-US" dirty="0"/>
              <a:t>1 to 1 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Ø"/>
            </a:pPr>
            <a:r>
              <a:rPr lang="en-US" dirty="0"/>
              <a:t>1 to many </a:t>
            </a:r>
          </a:p>
          <a:p>
            <a:pPr marL="514350" lvl="1" indent="-285750">
              <a:buClr>
                <a:srgbClr val="C3B2A7"/>
              </a:buClr>
              <a:buFont typeface="Wingdings"/>
              <a:buChar char="Ø"/>
            </a:pPr>
            <a:r>
              <a:rPr lang="en-US" dirty="0"/>
              <a:t>Many to many</a:t>
            </a:r>
          </a:p>
          <a:p>
            <a:pPr lvl="2">
              <a:buFont typeface="Wingdings" panose="020B0604020202020204" pitchFamily="34" charset="0"/>
              <a:buChar char="Ø"/>
            </a:pPr>
            <a:endParaRPr lang="en-US" b="0" dirty="0"/>
          </a:p>
          <a:p>
            <a:pPr lvl="1"/>
            <a:r>
              <a:rPr lang="en-US" dirty="0"/>
              <a:t> 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AD658-8AA7-5C26-5A5F-B6247B3B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DBF62-3524-4286-B173-30410E912C6D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9FEFE-234D-C278-E009-F538DFEC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E2926-C895-4AC3-7F0D-6EC5C93E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308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CD3C8-4D14-F4F9-3A7A-DCE192AA7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the Designer/ PM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D6F32-4304-EDF4-B31E-7420BF442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Now imagine that you are the designer or project manager of a software project.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E7BD1-67C8-750D-AD4C-0AB6D41B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CD016-EE99-4857-A108-7DEB569E6582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86458-D418-2C1B-C969-5C473B418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26606-7AA9-EA8D-67F0-DC049204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77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B28D-4E17-C70D-0414-169CE885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communicate?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8C9D0-23F2-7748-5F94-6F9C54C21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</a:rPr>
              <a:t>You have talked with the client, analyzed the problem, and identified some potential classes. </a:t>
            </a:r>
            <a:endParaRPr lang="en-US"/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</a:rPr>
              <a:t>You have also identified relationships among those classes.</a:t>
            </a:r>
            <a:endParaRPr lang="en-US" dirty="0"/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</a:rPr>
              <a:t>Now you need to communicate this design to your development team.</a:t>
            </a:r>
            <a:endParaRPr lang="en-US" dirty="0"/>
          </a:p>
          <a:p>
            <a:pPr>
              <a:buClr>
                <a:srgbClr val="C3B2A7"/>
              </a:buClr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E59A-46D3-4BF4-FE7D-20E022EC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630A4-BF99-45EB-B4E4-95CF50942B86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8F775-EE0F-3AC6-4758-CE220DD8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8CCD-A08F-8A52-42DA-724F83C8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64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D1DFCF6-8CC7-F7B5-2921-4D3CC1B9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</p:spPr>
        <p:txBody>
          <a:bodyPr/>
          <a:lstStyle/>
          <a:p>
            <a:r>
              <a:rPr lang="en-US" dirty="0"/>
              <a:t>What's the caveat?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34595-821B-E2D7-2FEE-F9EADFAB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3736" y="6382512"/>
            <a:ext cx="2845901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C66D7DD-EE3E-4201-8EB6-11E9DB9BD499}" type="datetime1">
              <a:pPr>
                <a:spcAft>
                  <a:spcPts val="600"/>
                </a:spcAft>
              </a:pPr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F7C0E-4E28-6A53-AD5B-6DD23638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54871" y="2093199"/>
            <a:ext cx="4157472" cy="41608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86109-A975-7AF1-914F-3E1E4E4B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7919" y="6382512"/>
            <a:ext cx="50099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4578CCF-2EC4-44CB-A694-F6F6E59A3985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7C7DFFDF-C25A-AB02-029E-04ACABB72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2931335"/>
              </p:ext>
            </p:extLst>
          </p:nvPr>
        </p:nvGraphicFramePr>
        <p:xfrm>
          <a:off x="1069848" y="1874520"/>
          <a:ext cx="963401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2126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4A571-F4A5-7ACF-084B-D5F29662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Alternatives?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5BF6-7D8F-C1B7-55CE-73682C3E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52903"/>
            <a:ext cx="10406819" cy="437295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What if we could draw the system instead?</a:t>
            </a:r>
            <a:endParaRPr lang="en-US" dirty="0"/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</a:rPr>
              <a:t>What if, in one picture, we could show:</a:t>
            </a:r>
            <a:endParaRPr lang="en-US" dirty="0"/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the important classes, </a:t>
            </a:r>
            <a:endParaRPr lang="en-US" dirty="0"/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what information they contain, </a:t>
            </a:r>
            <a:endParaRPr lang="en-US" dirty="0"/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what they can do, </a:t>
            </a:r>
            <a:endParaRPr lang="en-US" dirty="0"/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how they are related, </a:t>
            </a:r>
            <a:endParaRPr lang="en-US" dirty="0"/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even the multiplicity of those relationships? </a:t>
            </a:r>
            <a:endParaRPr lang="en-US">
              <a:ea typeface="+mn-lt"/>
              <a:cs typeface="+mn-lt"/>
            </a:endParaRPr>
          </a:p>
          <a:p>
            <a:pPr marL="514350">
              <a:buClr>
                <a:srgbClr val="C3B2A7"/>
              </a:buCl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Then another developer could look at the picture and quickly understand the structure of the system—and potentially notice missing or incorrect relationships before we even start coding.</a:t>
            </a:r>
            <a:endParaRPr lang="en-US"/>
          </a:p>
          <a:p>
            <a:pPr>
              <a:buClr>
                <a:srgbClr val="C3B2A7"/>
              </a:buClr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03ECB-5DE4-BBC5-F5F4-81879482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77F70-E2AB-4656-901D-D4822038F34D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5B8A8-FBF9-AD42-4ABA-30F8DBC6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BE2A9-511E-0B10-1FAC-27A6DC356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3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04FB-F8F7-7AB2-CD49-723839AD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UML &lt;Unified Modeling Language&gt;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F0C83-0451-AC79-60F6-61B6E670E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1200" dirty="0">
              <a:latin typeface="Roboto"/>
              <a:ea typeface="Roboto"/>
              <a:cs typeface="Roboto"/>
            </a:endParaRPr>
          </a:p>
          <a:p>
            <a:pPr>
              <a:buClr>
                <a:srgbClr val="C3B2A7"/>
              </a:buClr>
            </a:pPr>
            <a:r>
              <a:rPr lang="en-US" sz="2400" dirty="0">
                <a:latin typeface="Avenir Next LT Pro"/>
                <a:ea typeface="Roboto"/>
                <a:cs typeface="Roboto"/>
              </a:rPr>
              <a:t>Large-scale systems contain thousands of interacting components, and visual models; we need to break these down into manageable structural and behavioral views.</a:t>
            </a:r>
            <a:endParaRPr lang="en-US" sz="2400">
              <a:solidFill>
                <a:srgbClr val="000000"/>
              </a:solidFill>
              <a:latin typeface="Avenir Next LT Pro"/>
              <a:ea typeface="Roboto"/>
              <a:cs typeface="Roboto"/>
            </a:endParaRPr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sz="1400" dirty="0">
                <a:latin typeface="Avenir Next LT Pro"/>
                <a:ea typeface="Roboto"/>
                <a:cs typeface="Roboto"/>
              </a:rPr>
              <a:t>UML provides a universal notation system that bridges communication gaps between technical teams, stakeholders, and non-technical managers</a:t>
            </a:r>
            <a:endParaRPr lang="en-US" sz="1400"/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sz="1400" dirty="0">
                <a:latin typeface="Avenir Next LT Pro"/>
                <a:ea typeface="Roboto"/>
                <a:cs typeface="Roboto"/>
              </a:rPr>
              <a:t>Designing through models allows developers to spot structural flaws, circular dependencies, or architectural bottlenecks before writing a single line of code</a:t>
            </a:r>
          </a:p>
          <a:p>
            <a:pPr marL="514350" lvl="1" indent="-285750">
              <a:buClr>
                <a:srgbClr val="C3B2A7"/>
              </a:buClr>
              <a:buFont typeface="Courier New"/>
              <a:buChar char="o"/>
            </a:pPr>
            <a:r>
              <a:rPr lang="en-US" sz="1400" dirty="0">
                <a:latin typeface="Avenir Next LT Pro"/>
                <a:ea typeface="Roboto"/>
                <a:cs typeface="Roboto"/>
              </a:rPr>
              <a:t>Models support both planning applications ahead of time (forward design) and documenting existing codebases for future maintenance (backward design).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B6890-2914-6374-72A4-6F21EDEE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390A7-3527-4EBF-8E73-F2FB704690B3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D8D88-4B0E-8DD5-496E-23B9CDFC5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DA470-DACA-4EE7-C6F1-5E3BA177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791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DAD9338-5900-7F78-39E6-12C70113B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085" y="-2075"/>
            <a:ext cx="10069625" cy="6721475"/>
          </a:xfrm>
          <a:prstGeom prst="rect">
            <a:avLst/>
          </a:prstGeom>
          <a:noFill/>
        </p:spPr>
      </p:pic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F0621903-56A7-DF81-1934-781976645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84846B6-D4EB-4DB4-919A-3E2BEB597504}" type="datetime1">
              <a:rPr lang="en-US"/>
              <a:pPr>
                <a:spcAft>
                  <a:spcPts val="600"/>
                </a:spcAft>
              </a:pPr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B599D-22FD-3217-0863-A554A698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88213AA5-F0C7-9F17-47C0-099F8883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4578CCF-2EC4-44CB-A694-F6F6E59A3985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72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8E4A5-45F6-BCEF-4474-E1E8C858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0B01-D9AA-47A3-D39D-50EC4B93C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/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  <a:hlinkClick r:id="rId2"/>
              </a:rPr>
              <a:t>https://www.jointjs.com/blog/uml-class-diagrams</a:t>
            </a:r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  <a:hlinkClick r:id="rId3"/>
              </a:rPr>
              <a:t>https://www.visual-paradigm.com/guide/uml-unified-modeling-language/uml-class-diagram-tutorial/</a:t>
            </a:r>
            <a:r>
              <a:rPr lang="en-US" dirty="0">
                <a:ea typeface="+mn-lt"/>
                <a:cs typeface="+mn-lt"/>
              </a:rPr>
              <a:t>   [10~ 15 minutes]</a:t>
            </a:r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r>
              <a:rPr lang="en-US" dirty="0">
                <a:ea typeface="+mn-lt"/>
                <a:cs typeface="+mn-lt"/>
              </a:rPr>
              <a:t>UML is not the program. UML is a way to communicate and reason about the design of the program before—or while—we build it.</a:t>
            </a:r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C3B2A7"/>
              </a:buClr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C36FD-EE5E-2BF7-E97D-70BA337F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9E1A8-6F36-4532-8462-FCABB8C5D963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40F6A-4440-5E61-05E4-A7F00B4F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C0714-3160-1E60-256A-5AEF7843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513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1668-BF72-C30D-232E-32C51C8C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Activity: “Design the University Tech Hub”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90D4B-4FDF-6A26-9847-C2C28362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CF6C-B4DD-4AFC-92C2-332421B2F8FF}" type="datetime1"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6CA07-E1E3-0F30-8379-BF252756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10566-FF60-4B57-F535-ACA91AFBB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78CCF-2EC4-44CB-A694-F6F6E59A3985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9929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emianVTI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BohemianVTI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Bohemi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AA0957B6-9651-4F50-8EB8-D9F009F1C26A}" vid="{D1E7B544-9A8A-44B5-ABA3-322A5F0453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BohemianVTI</vt:lpstr>
      <vt:lpstr>CSC 220  Advanced Programming</vt:lpstr>
      <vt:lpstr>is-a relationship: inheritance</vt:lpstr>
      <vt:lpstr>Not only through inheritance</vt:lpstr>
      <vt:lpstr>Wait! There are more ...</vt:lpstr>
      <vt:lpstr>Various forms of relations</vt:lpstr>
      <vt:lpstr>PowerPoint Presentation</vt:lpstr>
      <vt:lpstr>Multiplicity </vt:lpstr>
      <vt:lpstr>Multiplicity </vt:lpstr>
      <vt:lpstr>Your Turn ...</vt:lpstr>
      <vt:lpstr>Be the Designer/ PM</vt:lpstr>
      <vt:lpstr>How to communicate?</vt:lpstr>
      <vt:lpstr>What's the caveat?</vt:lpstr>
      <vt:lpstr>Potential Alternatives?</vt:lpstr>
      <vt:lpstr>UML &lt;Unified Modeling Language&gt;</vt:lpstr>
      <vt:lpstr>PowerPoint Presentation</vt:lpstr>
      <vt:lpstr>Samples</vt:lpstr>
      <vt:lpstr>Activity: “Design the University Tech Hub”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210</cp:revision>
  <dcterms:created xsi:type="dcterms:W3CDTF">2026-09-03T05:39:11Z</dcterms:created>
  <dcterms:modified xsi:type="dcterms:W3CDTF">2026-09-03T16:12:05Z</dcterms:modified>
</cp:coreProperties>
</file>