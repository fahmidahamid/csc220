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26" r:id="rId1"/>
  </p:sldMasterIdLst>
  <p:sldIdLst>
    <p:sldId id="256" r:id="rId2"/>
    <p:sldId id="257" r:id="rId3"/>
    <p:sldId id="259" r:id="rId4"/>
    <p:sldId id="258" r:id="rId5"/>
    <p:sldId id="260" r:id="rId6"/>
    <p:sldId id="262" r:id="rId7"/>
    <p:sldId id="263" r:id="rId8"/>
    <p:sldId id="264" r:id="rId9"/>
    <p:sldId id="272" r:id="rId10"/>
    <p:sldId id="265" r:id="rId11"/>
    <p:sldId id="268" r:id="rId12"/>
    <p:sldId id="269" r:id="rId13"/>
    <p:sldId id="266" r:id="rId14"/>
    <p:sldId id="261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160" dt="2026-09-07T19:57:55.822"/>
    <p1510:client id="{00D1ED6F-2583-BCC2-BBEA-13A1DF2C7175}" v="8" dt="2026-09-08T21:01:14.118"/>
    <p1510:client id="{363EF842-5A58-9F17-441E-A34724B3DA33}" v="322" dt="2026-09-08T15:40:28.599"/>
    <p1510:client id="{B2553248-F499-414D-15BB-46D7D9B0FB94}" v="2" dt="2026-09-07T19:23:09.56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hmida Hamid" userId="S::fhamid@callutheran.edu::575dc0a0-3c6d-400f-847b-a75a38d7fed1" providerId="AD" clId="Web-{00D1ED6F-2583-BCC2-BBEA-13A1DF2C7175}"/>
    <pc:docChg chg="mod modSld addMainMaster delMainMaster">
      <pc:chgData name="Fahmida Hamid" userId="S::fhamid@callutheran.edu::575dc0a0-3c6d-400f-847b-a75a38d7fed1" providerId="AD" clId="Web-{00D1ED6F-2583-BCC2-BBEA-13A1DF2C7175}" dt="2026-09-08T21:01:14.118" v="6" actId="20577"/>
      <pc:docMkLst>
        <pc:docMk/>
      </pc:docMkLst>
      <pc:sldChg chg="modSp mod modClrScheme chgLayout">
        <pc:chgData name="Fahmida Hamid" userId="S::fhamid@callutheran.edu::575dc0a0-3c6d-400f-847b-a75a38d7fed1" providerId="AD" clId="Web-{00D1ED6F-2583-BCC2-BBEA-13A1DF2C7175}" dt="2026-09-08T18:16:39.728" v="0"/>
        <pc:sldMkLst>
          <pc:docMk/>
          <pc:sldMk cId="109857222" sldId="256"/>
        </pc:sldMkLst>
        <pc:spChg chg="mod ord">
          <ac:chgData name="Fahmida Hamid" userId="S::fhamid@callutheran.edu::575dc0a0-3c6d-400f-847b-a75a38d7fed1" providerId="AD" clId="Web-{00D1ED6F-2583-BCC2-BBEA-13A1DF2C7175}" dt="2026-09-08T18:16:39.728" v="0"/>
          <ac:spMkLst>
            <pc:docMk/>
            <pc:sldMk cId="109857222" sldId="256"/>
            <ac:spMk id="2" creationId="{00000000-0000-0000-0000-000000000000}"/>
          </ac:spMkLst>
        </pc:spChg>
        <pc:spChg chg="mod ord">
          <ac:chgData name="Fahmida Hamid" userId="S::fhamid@callutheran.edu::575dc0a0-3c6d-400f-847b-a75a38d7fed1" providerId="AD" clId="Web-{00D1ED6F-2583-BCC2-BBEA-13A1DF2C7175}" dt="2026-09-08T18:16:39.728" v="0"/>
          <ac:spMkLst>
            <pc:docMk/>
            <pc:sldMk cId="109857222" sldId="256"/>
            <ac:spMk id="3" creationId="{00000000-0000-0000-0000-000000000000}"/>
          </ac:spMkLst>
        </pc:spChg>
      </pc:sldChg>
      <pc:sldChg chg="modSp mod modClrScheme chgLayout">
        <pc:chgData name="Fahmida Hamid" userId="S::fhamid@callutheran.edu::575dc0a0-3c6d-400f-847b-a75a38d7fed1" providerId="AD" clId="Web-{00D1ED6F-2583-BCC2-BBEA-13A1DF2C7175}" dt="2026-09-08T18:16:39.728" v="0"/>
        <pc:sldMkLst>
          <pc:docMk/>
          <pc:sldMk cId="2496007816" sldId="257"/>
        </pc:sldMkLst>
        <pc:spChg chg="mod ord">
          <ac:chgData name="Fahmida Hamid" userId="S::fhamid@callutheran.edu::575dc0a0-3c6d-400f-847b-a75a38d7fed1" providerId="AD" clId="Web-{00D1ED6F-2583-BCC2-BBEA-13A1DF2C7175}" dt="2026-09-08T18:16:39.728" v="0"/>
          <ac:spMkLst>
            <pc:docMk/>
            <pc:sldMk cId="2496007816" sldId="257"/>
            <ac:spMk id="2" creationId="{275C4D48-B539-B826-EF65-DF4EC8821378}"/>
          </ac:spMkLst>
        </pc:spChg>
        <pc:spChg chg="mod ord">
          <ac:chgData name="Fahmida Hamid" userId="S::fhamid@callutheran.edu::575dc0a0-3c6d-400f-847b-a75a38d7fed1" providerId="AD" clId="Web-{00D1ED6F-2583-BCC2-BBEA-13A1DF2C7175}" dt="2026-09-08T18:16:39.728" v="0"/>
          <ac:spMkLst>
            <pc:docMk/>
            <pc:sldMk cId="2496007816" sldId="257"/>
            <ac:spMk id="4" creationId="{E8EFE7D0-4267-48BF-A9D2-148F96E5DAC4}"/>
          </ac:spMkLst>
        </pc:spChg>
        <pc:spChg chg="mod ord">
          <ac:chgData name="Fahmida Hamid" userId="S::fhamid@callutheran.edu::575dc0a0-3c6d-400f-847b-a75a38d7fed1" providerId="AD" clId="Web-{00D1ED6F-2583-BCC2-BBEA-13A1DF2C7175}" dt="2026-09-08T18:16:39.728" v="0"/>
          <ac:spMkLst>
            <pc:docMk/>
            <pc:sldMk cId="2496007816" sldId="257"/>
            <ac:spMk id="5" creationId="{430CB72F-7CF5-3DF3-8EBF-027A16CAD345}"/>
          </ac:spMkLst>
        </pc:spChg>
        <pc:spChg chg="mod ord">
          <ac:chgData name="Fahmida Hamid" userId="S::fhamid@callutheran.edu::575dc0a0-3c6d-400f-847b-a75a38d7fed1" providerId="AD" clId="Web-{00D1ED6F-2583-BCC2-BBEA-13A1DF2C7175}" dt="2026-09-08T18:16:39.728" v="0"/>
          <ac:spMkLst>
            <pc:docMk/>
            <pc:sldMk cId="2496007816" sldId="257"/>
            <ac:spMk id="6" creationId="{5F5DD531-808F-6B6E-7964-DC7DED957498}"/>
          </ac:spMkLst>
        </pc:spChg>
        <pc:picChg chg="mod ord">
          <ac:chgData name="Fahmida Hamid" userId="S::fhamid@callutheran.edu::575dc0a0-3c6d-400f-847b-a75a38d7fed1" providerId="AD" clId="Web-{00D1ED6F-2583-BCC2-BBEA-13A1DF2C7175}" dt="2026-09-08T18:16:39.728" v="0"/>
          <ac:picMkLst>
            <pc:docMk/>
            <pc:sldMk cId="2496007816" sldId="257"/>
            <ac:picMk id="7" creationId="{B089EE92-C51C-6048-ACE9-0C2B702F9914}"/>
          </ac:picMkLst>
        </pc:picChg>
      </pc:sldChg>
      <pc:sldChg chg="modSp mod modClrScheme chgLayout">
        <pc:chgData name="Fahmida Hamid" userId="S::fhamid@callutheran.edu::575dc0a0-3c6d-400f-847b-a75a38d7fed1" providerId="AD" clId="Web-{00D1ED6F-2583-BCC2-BBEA-13A1DF2C7175}" dt="2026-09-08T18:16:39.728" v="0"/>
        <pc:sldMkLst>
          <pc:docMk/>
          <pc:sldMk cId="999053795" sldId="258"/>
        </pc:sldMkLst>
        <pc:spChg chg="mod ord">
          <ac:chgData name="Fahmida Hamid" userId="S::fhamid@callutheran.edu::575dc0a0-3c6d-400f-847b-a75a38d7fed1" providerId="AD" clId="Web-{00D1ED6F-2583-BCC2-BBEA-13A1DF2C7175}" dt="2026-09-08T18:16:39.728" v="0"/>
          <ac:spMkLst>
            <pc:docMk/>
            <pc:sldMk cId="999053795" sldId="258"/>
            <ac:spMk id="4" creationId="{47561153-D756-0F8B-5EA9-5B518E689A54}"/>
          </ac:spMkLst>
        </pc:spChg>
        <pc:spChg chg="mod ord">
          <ac:chgData name="Fahmida Hamid" userId="S::fhamid@callutheran.edu::575dc0a0-3c6d-400f-847b-a75a38d7fed1" providerId="AD" clId="Web-{00D1ED6F-2583-BCC2-BBEA-13A1DF2C7175}" dt="2026-09-08T18:16:39.728" v="0"/>
          <ac:spMkLst>
            <pc:docMk/>
            <pc:sldMk cId="999053795" sldId="258"/>
            <ac:spMk id="5" creationId="{28199097-5B30-4A63-88C0-9B38118311B4}"/>
          </ac:spMkLst>
        </pc:spChg>
        <pc:spChg chg="mod ord">
          <ac:chgData name="Fahmida Hamid" userId="S::fhamid@callutheran.edu::575dc0a0-3c6d-400f-847b-a75a38d7fed1" providerId="AD" clId="Web-{00D1ED6F-2583-BCC2-BBEA-13A1DF2C7175}" dt="2026-09-08T18:16:39.728" v="0"/>
          <ac:spMkLst>
            <pc:docMk/>
            <pc:sldMk cId="999053795" sldId="258"/>
            <ac:spMk id="6" creationId="{F7FB663A-C957-8492-F5AB-F92B5FFD80CF}"/>
          </ac:spMkLst>
        </pc:spChg>
        <pc:picChg chg="mod ord">
          <ac:chgData name="Fahmida Hamid" userId="S::fhamid@callutheran.edu::575dc0a0-3c6d-400f-847b-a75a38d7fed1" providerId="AD" clId="Web-{00D1ED6F-2583-BCC2-BBEA-13A1DF2C7175}" dt="2026-09-08T18:16:39.728" v="0"/>
          <ac:picMkLst>
            <pc:docMk/>
            <pc:sldMk cId="999053795" sldId="258"/>
            <ac:picMk id="7" creationId="{1B02EC7A-35BD-2B40-5B70-2381F34EA978}"/>
          </ac:picMkLst>
        </pc:picChg>
      </pc:sldChg>
      <pc:sldChg chg="modSp mod modClrScheme chgLayout">
        <pc:chgData name="Fahmida Hamid" userId="S::fhamid@callutheran.edu::575dc0a0-3c6d-400f-847b-a75a38d7fed1" providerId="AD" clId="Web-{00D1ED6F-2583-BCC2-BBEA-13A1DF2C7175}" dt="2026-09-08T18:16:39.728" v="0"/>
        <pc:sldMkLst>
          <pc:docMk/>
          <pc:sldMk cId="2647333855" sldId="259"/>
        </pc:sldMkLst>
        <pc:spChg chg="mod ord">
          <ac:chgData name="Fahmida Hamid" userId="S::fhamid@callutheran.edu::575dc0a0-3c6d-400f-847b-a75a38d7fed1" providerId="AD" clId="Web-{00D1ED6F-2583-BCC2-BBEA-13A1DF2C7175}" dt="2026-09-08T18:16:39.728" v="0"/>
          <ac:spMkLst>
            <pc:docMk/>
            <pc:sldMk cId="2647333855" sldId="259"/>
            <ac:spMk id="4" creationId="{2EDE7B5B-3D04-2850-D983-542760E85C54}"/>
          </ac:spMkLst>
        </pc:spChg>
        <pc:spChg chg="mod ord">
          <ac:chgData name="Fahmida Hamid" userId="S::fhamid@callutheran.edu::575dc0a0-3c6d-400f-847b-a75a38d7fed1" providerId="AD" clId="Web-{00D1ED6F-2583-BCC2-BBEA-13A1DF2C7175}" dt="2026-09-08T18:16:39.728" v="0"/>
          <ac:spMkLst>
            <pc:docMk/>
            <pc:sldMk cId="2647333855" sldId="259"/>
            <ac:spMk id="5" creationId="{2F6C68C9-D90A-398A-1CAE-4A440755B725}"/>
          </ac:spMkLst>
        </pc:spChg>
        <pc:spChg chg="mod ord">
          <ac:chgData name="Fahmida Hamid" userId="S::fhamid@callutheran.edu::575dc0a0-3c6d-400f-847b-a75a38d7fed1" providerId="AD" clId="Web-{00D1ED6F-2583-BCC2-BBEA-13A1DF2C7175}" dt="2026-09-08T18:16:39.728" v="0"/>
          <ac:spMkLst>
            <pc:docMk/>
            <pc:sldMk cId="2647333855" sldId="259"/>
            <ac:spMk id="6" creationId="{153547F9-77D8-F262-C53C-B01C8B7A7168}"/>
          </ac:spMkLst>
        </pc:spChg>
        <pc:picChg chg="mod ord">
          <ac:chgData name="Fahmida Hamid" userId="S::fhamid@callutheran.edu::575dc0a0-3c6d-400f-847b-a75a38d7fed1" providerId="AD" clId="Web-{00D1ED6F-2583-BCC2-BBEA-13A1DF2C7175}" dt="2026-09-08T18:16:39.728" v="0"/>
          <ac:picMkLst>
            <pc:docMk/>
            <pc:sldMk cId="2647333855" sldId="259"/>
            <ac:picMk id="7" creationId="{E633351B-A3A2-A515-70CD-37ED1F3F330E}"/>
          </ac:picMkLst>
        </pc:picChg>
      </pc:sldChg>
      <pc:sldChg chg="modSp mod modClrScheme chgLayout">
        <pc:chgData name="Fahmida Hamid" userId="S::fhamid@callutheran.edu::575dc0a0-3c6d-400f-847b-a75a38d7fed1" providerId="AD" clId="Web-{00D1ED6F-2583-BCC2-BBEA-13A1DF2C7175}" dt="2026-09-08T18:16:39.728" v="0"/>
        <pc:sldMkLst>
          <pc:docMk/>
          <pc:sldMk cId="3383308488" sldId="260"/>
        </pc:sldMkLst>
        <pc:spChg chg="mod ord">
          <ac:chgData name="Fahmida Hamid" userId="S::fhamid@callutheran.edu::575dc0a0-3c6d-400f-847b-a75a38d7fed1" providerId="AD" clId="Web-{00D1ED6F-2583-BCC2-BBEA-13A1DF2C7175}" dt="2026-09-08T18:16:39.728" v="0"/>
          <ac:spMkLst>
            <pc:docMk/>
            <pc:sldMk cId="3383308488" sldId="260"/>
            <ac:spMk id="2" creationId="{21250948-CFDC-4DA6-4FD7-114DB46F12C7}"/>
          </ac:spMkLst>
        </pc:spChg>
        <pc:spChg chg="mod ord">
          <ac:chgData name="Fahmida Hamid" userId="S::fhamid@callutheran.edu::575dc0a0-3c6d-400f-847b-a75a38d7fed1" providerId="AD" clId="Web-{00D1ED6F-2583-BCC2-BBEA-13A1DF2C7175}" dt="2026-09-08T18:16:39.728" v="0"/>
          <ac:spMkLst>
            <pc:docMk/>
            <pc:sldMk cId="3383308488" sldId="260"/>
            <ac:spMk id="3" creationId="{088AD4B2-2F2A-D9A3-CE99-3E694ED5842F}"/>
          </ac:spMkLst>
        </pc:spChg>
        <pc:spChg chg="mod ord">
          <ac:chgData name="Fahmida Hamid" userId="S::fhamid@callutheran.edu::575dc0a0-3c6d-400f-847b-a75a38d7fed1" providerId="AD" clId="Web-{00D1ED6F-2583-BCC2-BBEA-13A1DF2C7175}" dt="2026-09-08T18:16:39.728" v="0"/>
          <ac:spMkLst>
            <pc:docMk/>
            <pc:sldMk cId="3383308488" sldId="260"/>
            <ac:spMk id="4" creationId="{66FD9FFA-AECD-A5D9-284F-0384D20D2EE5}"/>
          </ac:spMkLst>
        </pc:spChg>
        <pc:spChg chg="mod ord">
          <ac:chgData name="Fahmida Hamid" userId="S::fhamid@callutheran.edu::575dc0a0-3c6d-400f-847b-a75a38d7fed1" providerId="AD" clId="Web-{00D1ED6F-2583-BCC2-BBEA-13A1DF2C7175}" dt="2026-09-08T18:16:39.728" v="0"/>
          <ac:spMkLst>
            <pc:docMk/>
            <pc:sldMk cId="3383308488" sldId="260"/>
            <ac:spMk id="5" creationId="{5EE23D2F-49E4-FE25-4BE9-0603D6D12897}"/>
          </ac:spMkLst>
        </pc:spChg>
        <pc:spChg chg="mod ord">
          <ac:chgData name="Fahmida Hamid" userId="S::fhamid@callutheran.edu::575dc0a0-3c6d-400f-847b-a75a38d7fed1" providerId="AD" clId="Web-{00D1ED6F-2583-BCC2-BBEA-13A1DF2C7175}" dt="2026-09-08T18:16:39.728" v="0"/>
          <ac:spMkLst>
            <pc:docMk/>
            <pc:sldMk cId="3383308488" sldId="260"/>
            <ac:spMk id="6" creationId="{9CA7A682-D6B2-B5AF-93B4-5F99B35F95A1}"/>
          </ac:spMkLst>
        </pc:spChg>
      </pc:sldChg>
      <pc:sldChg chg="modSp mod modClrScheme chgLayout">
        <pc:chgData name="Fahmida Hamid" userId="S::fhamid@callutheran.edu::575dc0a0-3c6d-400f-847b-a75a38d7fed1" providerId="AD" clId="Web-{00D1ED6F-2583-BCC2-BBEA-13A1DF2C7175}" dt="2026-09-08T18:16:39.728" v="0"/>
        <pc:sldMkLst>
          <pc:docMk/>
          <pc:sldMk cId="424596146" sldId="261"/>
        </pc:sldMkLst>
        <pc:spChg chg="mod ord">
          <ac:chgData name="Fahmida Hamid" userId="S::fhamid@callutheran.edu::575dc0a0-3c6d-400f-847b-a75a38d7fed1" providerId="AD" clId="Web-{00D1ED6F-2583-BCC2-BBEA-13A1DF2C7175}" dt="2026-09-08T18:16:39.728" v="0"/>
          <ac:spMkLst>
            <pc:docMk/>
            <pc:sldMk cId="424596146" sldId="261"/>
            <ac:spMk id="2" creationId="{652029BD-5899-B6A1-616F-571D1C5A7A09}"/>
          </ac:spMkLst>
        </pc:spChg>
        <pc:spChg chg="mod ord">
          <ac:chgData name="Fahmida Hamid" userId="S::fhamid@callutheran.edu::575dc0a0-3c6d-400f-847b-a75a38d7fed1" providerId="AD" clId="Web-{00D1ED6F-2583-BCC2-BBEA-13A1DF2C7175}" dt="2026-09-08T18:16:39.728" v="0"/>
          <ac:spMkLst>
            <pc:docMk/>
            <pc:sldMk cId="424596146" sldId="261"/>
            <ac:spMk id="4" creationId="{66034DDD-822C-3E49-075F-F16FC134EA2E}"/>
          </ac:spMkLst>
        </pc:spChg>
        <pc:spChg chg="mod ord">
          <ac:chgData name="Fahmida Hamid" userId="S::fhamid@callutheran.edu::575dc0a0-3c6d-400f-847b-a75a38d7fed1" providerId="AD" clId="Web-{00D1ED6F-2583-BCC2-BBEA-13A1DF2C7175}" dt="2026-09-08T18:16:39.728" v="0"/>
          <ac:spMkLst>
            <pc:docMk/>
            <pc:sldMk cId="424596146" sldId="261"/>
            <ac:spMk id="5" creationId="{4C8FF010-EF08-7509-E953-2BF0E94A4D62}"/>
          </ac:spMkLst>
        </pc:spChg>
        <pc:spChg chg="mod ord">
          <ac:chgData name="Fahmida Hamid" userId="S::fhamid@callutheran.edu::575dc0a0-3c6d-400f-847b-a75a38d7fed1" providerId="AD" clId="Web-{00D1ED6F-2583-BCC2-BBEA-13A1DF2C7175}" dt="2026-09-08T18:16:39.728" v="0"/>
          <ac:spMkLst>
            <pc:docMk/>
            <pc:sldMk cId="424596146" sldId="261"/>
            <ac:spMk id="6" creationId="{56A7D426-A951-4C68-8A50-BDE598045AEC}"/>
          </ac:spMkLst>
        </pc:spChg>
      </pc:sldChg>
      <pc:sldChg chg="modSp mod modClrScheme chgLayout">
        <pc:chgData name="Fahmida Hamid" userId="S::fhamid@callutheran.edu::575dc0a0-3c6d-400f-847b-a75a38d7fed1" providerId="AD" clId="Web-{00D1ED6F-2583-BCC2-BBEA-13A1DF2C7175}" dt="2026-09-08T18:16:39.728" v="0"/>
        <pc:sldMkLst>
          <pc:docMk/>
          <pc:sldMk cId="3621602997" sldId="262"/>
        </pc:sldMkLst>
        <pc:spChg chg="mod ord">
          <ac:chgData name="Fahmida Hamid" userId="S::fhamid@callutheran.edu::575dc0a0-3c6d-400f-847b-a75a38d7fed1" providerId="AD" clId="Web-{00D1ED6F-2583-BCC2-BBEA-13A1DF2C7175}" dt="2026-09-08T18:16:39.728" v="0"/>
          <ac:spMkLst>
            <pc:docMk/>
            <pc:sldMk cId="3621602997" sldId="262"/>
            <ac:spMk id="4" creationId="{9C549CAB-3F09-0CDD-0103-05B46F996A69}"/>
          </ac:spMkLst>
        </pc:spChg>
        <pc:spChg chg="mod ord">
          <ac:chgData name="Fahmida Hamid" userId="S::fhamid@callutheran.edu::575dc0a0-3c6d-400f-847b-a75a38d7fed1" providerId="AD" clId="Web-{00D1ED6F-2583-BCC2-BBEA-13A1DF2C7175}" dt="2026-09-08T18:16:39.728" v="0"/>
          <ac:spMkLst>
            <pc:docMk/>
            <pc:sldMk cId="3621602997" sldId="262"/>
            <ac:spMk id="5" creationId="{70960768-3DCC-9E5B-B72B-E6D89B178810}"/>
          </ac:spMkLst>
        </pc:spChg>
        <pc:spChg chg="mod ord">
          <ac:chgData name="Fahmida Hamid" userId="S::fhamid@callutheran.edu::575dc0a0-3c6d-400f-847b-a75a38d7fed1" providerId="AD" clId="Web-{00D1ED6F-2583-BCC2-BBEA-13A1DF2C7175}" dt="2026-09-08T18:16:39.728" v="0"/>
          <ac:spMkLst>
            <pc:docMk/>
            <pc:sldMk cId="3621602997" sldId="262"/>
            <ac:spMk id="6" creationId="{8CC59ADC-0821-CBAF-5BBC-F6771F7908D8}"/>
          </ac:spMkLst>
        </pc:spChg>
      </pc:sldChg>
      <pc:sldChg chg="modSp mod modClrScheme chgLayout">
        <pc:chgData name="Fahmida Hamid" userId="S::fhamid@callutheran.edu::575dc0a0-3c6d-400f-847b-a75a38d7fed1" providerId="AD" clId="Web-{00D1ED6F-2583-BCC2-BBEA-13A1DF2C7175}" dt="2026-09-08T18:16:39.728" v="0"/>
        <pc:sldMkLst>
          <pc:docMk/>
          <pc:sldMk cId="1354348423" sldId="263"/>
        </pc:sldMkLst>
        <pc:spChg chg="mod ord">
          <ac:chgData name="Fahmida Hamid" userId="S::fhamid@callutheran.edu::575dc0a0-3c6d-400f-847b-a75a38d7fed1" providerId="AD" clId="Web-{00D1ED6F-2583-BCC2-BBEA-13A1DF2C7175}" dt="2026-09-08T18:16:39.728" v="0"/>
          <ac:spMkLst>
            <pc:docMk/>
            <pc:sldMk cId="1354348423" sldId="263"/>
            <ac:spMk id="2" creationId="{E66A844D-2B02-AB5B-F1CA-817B07C7EE92}"/>
          </ac:spMkLst>
        </pc:spChg>
        <pc:spChg chg="mod ord">
          <ac:chgData name="Fahmida Hamid" userId="S::fhamid@callutheran.edu::575dc0a0-3c6d-400f-847b-a75a38d7fed1" providerId="AD" clId="Web-{00D1ED6F-2583-BCC2-BBEA-13A1DF2C7175}" dt="2026-09-08T18:16:39.728" v="0"/>
          <ac:spMkLst>
            <pc:docMk/>
            <pc:sldMk cId="1354348423" sldId="263"/>
            <ac:spMk id="3" creationId="{C177D2CD-EDA8-5ACE-2469-AD24FAC2F362}"/>
          </ac:spMkLst>
        </pc:spChg>
        <pc:spChg chg="mod ord">
          <ac:chgData name="Fahmida Hamid" userId="S::fhamid@callutheran.edu::575dc0a0-3c6d-400f-847b-a75a38d7fed1" providerId="AD" clId="Web-{00D1ED6F-2583-BCC2-BBEA-13A1DF2C7175}" dt="2026-09-08T18:16:39.728" v="0"/>
          <ac:spMkLst>
            <pc:docMk/>
            <pc:sldMk cId="1354348423" sldId="263"/>
            <ac:spMk id="4" creationId="{8D34E85E-1777-6FFD-FBCA-CA49440EDDDD}"/>
          </ac:spMkLst>
        </pc:spChg>
        <pc:spChg chg="mod ord">
          <ac:chgData name="Fahmida Hamid" userId="S::fhamid@callutheran.edu::575dc0a0-3c6d-400f-847b-a75a38d7fed1" providerId="AD" clId="Web-{00D1ED6F-2583-BCC2-BBEA-13A1DF2C7175}" dt="2026-09-08T18:16:39.728" v="0"/>
          <ac:spMkLst>
            <pc:docMk/>
            <pc:sldMk cId="1354348423" sldId="263"/>
            <ac:spMk id="5" creationId="{F396E600-C2F4-86D3-D990-EEB322D95EF9}"/>
          </ac:spMkLst>
        </pc:spChg>
        <pc:spChg chg="mod ord">
          <ac:chgData name="Fahmida Hamid" userId="S::fhamid@callutheran.edu::575dc0a0-3c6d-400f-847b-a75a38d7fed1" providerId="AD" clId="Web-{00D1ED6F-2583-BCC2-BBEA-13A1DF2C7175}" dt="2026-09-08T18:16:39.728" v="0"/>
          <ac:spMkLst>
            <pc:docMk/>
            <pc:sldMk cId="1354348423" sldId="263"/>
            <ac:spMk id="6" creationId="{3E955B71-88C8-667B-6FBB-21FBF2A1A975}"/>
          </ac:spMkLst>
        </pc:spChg>
      </pc:sldChg>
      <pc:sldChg chg="modSp mod modClrScheme chgLayout">
        <pc:chgData name="Fahmida Hamid" userId="S::fhamid@callutheran.edu::575dc0a0-3c6d-400f-847b-a75a38d7fed1" providerId="AD" clId="Web-{00D1ED6F-2583-BCC2-BBEA-13A1DF2C7175}" dt="2026-09-08T20:58:16.565" v="3" actId="1076"/>
        <pc:sldMkLst>
          <pc:docMk/>
          <pc:sldMk cId="1052669011" sldId="264"/>
        </pc:sldMkLst>
        <pc:spChg chg="mod ord">
          <ac:chgData name="Fahmida Hamid" userId="S::fhamid@callutheran.edu::575dc0a0-3c6d-400f-847b-a75a38d7fed1" providerId="AD" clId="Web-{00D1ED6F-2583-BCC2-BBEA-13A1DF2C7175}" dt="2026-09-08T18:16:39.728" v="0"/>
          <ac:spMkLst>
            <pc:docMk/>
            <pc:sldMk cId="1052669011" sldId="264"/>
            <ac:spMk id="4" creationId="{C2AAFE70-BA1D-41B1-0212-E030103E70BB}"/>
          </ac:spMkLst>
        </pc:spChg>
        <pc:spChg chg="mod ord">
          <ac:chgData name="Fahmida Hamid" userId="S::fhamid@callutheran.edu::575dc0a0-3c6d-400f-847b-a75a38d7fed1" providerId="AD" clId="Web-{00D1ED6F-2583-BCC2-BBEA-13A1DF2C7175}" dt="2026-09-08T18:16:39.728" v="0"/>
          <ac:spMkLst>
            <pc:docMk/>
            <pc:sldMk cId="1052669011" sldId="264"/>
            <ac:spMk id="5" creationId="{ACA1F47B-9AA9-FAD7-591F-576ED38E6FBC}"/>
          </ac:spMkLst>
        </pc:spChg>
        <pc:spChg chg="mod ord">
          <ac:chgData name="Fahmida Hamid" userId="S::fhamid@callutheran.edu::575dc0a0-3c6d-400f-847b-a75a38d7fed1" providerId="AD" clId="Web-{00D1ED6F-2583-BCC2-BBEA-13A1DF2C7175}" dt="2026-09-08T18:16:39.728" v="0"/>
          <ac:spMkLst>
            <pc:docMk/>
            <pc:sldMk cId="1052669011" sldId="264"/>
            <ac:spMk id="6" creationId="{7B2FAA51-9FA5-128C-39F1-6B70F2CA5479}"/>
          </ac:spMkLst>
        </pc:spChg>
        <pc:picChg chg="mod">
          <ac:chgData name="Fahmida Hamid" userId="S::fhamid@callutheran.edu::575dc0a0-3c6d-400f-847b-a75a38d7fed1" providerId="AD" clId="Web-{00D1ED6F-2583-BCC2-BBEA-13A1DF2C7175}" dt="2026-09-08T20:58:16.565" v="3" actId="1076"/>
          <ac:picMkLst>
            <pc:docMk/>
            <pc:sldMk cId="1052669011" sldId="264"/>
            <ac:picMk id="7" creationId="{20921E54-AEBF-50E0-CDDC-556B1F809FBE}"/>
          </ac:picMkLst>
        </pc:picChg>
      </pc:sldChg>
      <pc:sldChg chg="modSp mod modClrScheme chgLayout">
        <pc:chgData name="Fahmida Hamid" userId="S::fhamid@callutheran.edu::575dc0a0-3c6d-400f-847b-a75a38d7fed1" providerId="AD" clId="Web-{00D1ED6F-2583-BCC2-BBEA-13A1DF2C7175}" dt="2026-09-08T18:16:39.728" v="0"/>
        <pc:sldMkLst>
          <pc:docMk/>
          <pc:sldMk cId="265875750" sldId="265"/>
        </pc:sldMkLst>
        <pc:spChg chg="mod ord">
          <ac:chgData name="Fahmida Hamid" userId="S::fhamid@callutheran.edu::575dc0a0-3c6d-400f-847b-a75a38d7fed1" providerId="AD" clId="Web-{00D1ED6F-2583-BCC2-BBEA-13A1DF2C7175}" dt="2026-09-08T18:16:39.728" v="0"/>
          <ac:spMkLst>
            <pc:docMk/>
            <pc:sldMk cId="265875750" sldId="265"/>
            <ac:spMk id="2" creationId="{F7EB5F07-0A06-468A-52B4-127C6833E146}"/>
          </ac:spMkLst>
        </pc:spChg>
        <pc:spChg chg="mod ord">
          <ac:chgData name="Fahmida Hamid" userId="S::fhamid@callutheran.edu::575dc0a0-3c6d-400f-847b-a75a38d7fed1" providerId="AD" clId="Web-{00D1ED6F-2583-BCC2-BBEA-13A1DF2C7175}" dt="2026-09-08T18:16:39.728" v="0"/>
          <ac:spMkLst>
            <pc:docMk/>
            <pc:sldMk cId="265875750" sldId="265"/>
            <ac:spMk id="4" creationId="{460004D6-5F2B-1517-427C-A224EDB07F86}"/>
          </ac:spMkLst>
        </pc:spChg>
        <pc:spChg chg="mod ord">
          <ac:chgData name="Fahmida Hamid" userId="S::fhamid@callutheran.edu::575dc0a0-3c6d-400f-847b-a75a38d7fed1" providerId="AD" clId="Web-{00D1ED6F-2583-BCC2-BBEA-13A1DF2C7175}" dt="2026-09-08T18:16:39.728" v="0"/>
          <ac:spMkLst>
            <pc:docMk/>
            <pc:sldMk cId="265875750" sldId="265"/>
            <ac:spMk id="5" creationId="{81C8579E-4A86-2860-2A53-947012A73966}"/>
          </ac:spMkLst>
        </pc:spChg>
        <pc:spChg chg="mod ord">
          <ac:chgData name="Fahmida Hamid" userId="S::fhamid@callutheran.edu::575dc0a0-3c6d-400f-847b-a75a38d7fed1" providerId="AD" clId="Web-{00D1ED6F-2583-BCC2-BBEA-13A1DF2C7175}" dt="2026-09-08T18:16:39.728" v="0"/>
          <ac:spMkLst>
            <pc:docMk/>
            <pc:sldMk cId="265875750" sldId="265"/>
            <ac:spMk id="6" creationId="{F54143A6-3B47-206F-0F93-A3B23E6BB3E4}"/>
          </ac:spMkLst>
        </pc:spChg>
        <pc:picChg chg="mod ord">
          <ac:chgData name="Fahmida Hamid" userId="S::fhamid@callutheran.edu::575dc0a0-3c6d-400f-847b-a75a38d7fed1" providerId="AD" clId="Web-{00D1ED6F-2583-BCC2-BBEA-13A1DF2C7175}" dt="2026-09-08T18:16:39.728" v="0"/>
          <ac:picMkLst>
            <pc:docMk/>
            <pc:sldMk cId="265875750" sldId="265"/>
            <ac:picMk id="7" creationId="{9BAC73F2-8FA2-4C2E-D26E-8B44B9D39DB8}"/>
          </ac:picMkLst>
        </pc:picChg>
      </pc:sldChg>
      <pc:sldChg chg="modSp mod modClrScheme chgLayout">
        <pc:chgData name="Fahmida Hamid" userId="S::fhamid@callutheran.edu::575dc0a0-3c6d-400f-847b-a75a38d7fed1" providerId="AD" clId="Web-{00D1ED6F-2583-BCC2-BBEA-13A1DF2C7175}" dt="2026-09-08T18:16:39.728" v="0"/>
        <pc:sldMkLst>
          <pc:docMk/>
          <pc:sldMk cId="1223082907" sldId="266"/>
        </pc:sldMkLst>
        <pc:spChg chg="mod ord">
          <ac:chgData name="Fahmida Hamid" userId="S::fhamid@callutheran.edu::575dc0a0-3c6d-400f-847b-a75a38d7fed1" providerId="AD" clId="Web-{00D1ED6F-2583-BCC2-BBEA-13A1DF2C7175}" dt="2026-09-08T18:16:39.728" v="0"/>
          <ac:spMkLst>
            <pc:docMk/>
            <pc:sldMk cId="1223082907" sldId="266"/>
            <ac:spMk id="4" creationId="{94AD2DC1-3E81-54BD-F5D3-82535954F0F5}"/>
          </ac:spMkLst>
        </pc:spChg>
        <pc:spChg chg="mod ord">
          <ac:chgData name="Fahmida Hamid" userId="S::fhamid@callutheran.edu::575dc0a0-3c6d-400f-847b-a75a38d7fed1" providerId="AD" clId="Web-{00D1ED6F-2583-BCC2-BBEA-13A1DF2C7175}" dt="2026-09-08T18:16:39.728" v="0"/>
          <ac:spMkLst>
            <pc:docMk/>
            <pc:sldMk cId="1223082907" sldId="266"/>
            <ac:spMk id="5" creationId="{05D03AA1-8CFA-290F-1280-45B0C7DB62B7}"/>
          </ac:spMkLst>
        </pc:spChg>
        <pc:spChg chg="mod ord">
          <ac:chgData name="Fahmida Hamid" userId="S::fhamid@callutheran.edu::575dc0a0-3c6d-400f-847b-a75a38d7fed1" providerId="AD" clId="Web-{00D1ED6F-2583-BCC2-BBEA-13A1DF2C7175}" dt="2026-09-08T18:16:39.728" v="0"/>
          <ac:spMkLst>
            <pc:docMk/>
            <pc:sldMk cId="1223082907" sldId="266"/>
            <ac:spMk id="6" creationId="{3E528FDA-6629-13F4-BB6C-BDA51F1CB4F5}"/>
          </ac:spMkLst>
        </pc:spChg>
      </pc:sldChg>
      <pc:sldChg chg="modSp mod modClrScheme chgLayout">
        <pc:chgData name="Fahmida Hamid" userId="S::fhamid@callutheran.edu::575dc0a0-3c6d-400f-847b-a75a38d7fed1" providerId="AD" clId="Web-{00D1ED6F-2583-BCC2-BBEA-13A1DF2C7175}" dt="2026-09-08T18:16:39.728" v="0"/>
        <pc:sldMkLst>
          <pc:docMk/>
          <pc:sldMk cId="3475550063" sldId="268"/>
        </pc:sldMkLst>
        <pc:spChg chg="mod ord">
          <ac:chgData name="Fahmida Hamid" userId="S::fhamid@callutheran.edu::575dc0a0-3c6d-400f-847b-a75a38d7fed1" providerId="AD" clId="Web-{00D1ED6F-2583-BCC2-BBEA-13A1DF2C7175}" dt="2026-09-08T18:16:39.728" v="0"/>
          <ac:spMkLst>
            <pc:docMk/>
            <pc:sldMk cId="3475550063" sldId="268"/>
            <ac:spMk id="2" creationId="{8D04B7BD-37E9-5936-A71E-0B00AA782975}"/>
          </ac:spMkLst>
        </pc:spChg>
        <pc:spChg chg="mod ord">
          <ac:chgData name="Fahmida Hamid" userId="S::fhamid@callutheran.edu::575dc0a0-3c6d-400f-847b-a75a38d7fed1" providerId="AD" clId="Web-{00D1ED6F-2583-BCC2-BBEA-13A1DF2C7175}" dt="2026-09-08T18:16:39.728" v="0"/>
          <ac:spMkLst>
            <pc:docMk/>
            <pc:sldMk cId="3475550063" sldId="268"/>
            <ac:spMk id="3" creationId="{AD4811D5-F585-7E30-9650-4F9E65884EC7}"/>
          </ac:spMkLst>
        </pc:spChg>
        <pc:spChg chg="mod ord">
          <ac:chgData name="Fahmida Hamid" userId="S::fhamid@callutheran.edu::575dc0a0-3c6d-400f-847b-a75a38d7fed1" providerId="AD" clId="Web-{00D1ED6F-2583-BCC2-BBEA-13A1DF2C7175}" dt="2026-09-08T18:16:39.728" v="0"/>
          <ac:spMkLst>
            <pc:docMk/>
            <pc:sldMk cId="3475550063" sldId="268"/>
            <ac:spMk id="4" creationId="{56A72D90-822D-DB80-E555-9512A5FFC362}"/>
          </ac:spMkLst>
        </pc:spChg>
        <pc:spChg chg="mod ord">
          <ac:chgData name="Fahmida Hamid" userId="S::fhamid@callutheran.edu::575dc0a0-3c6d-400f-847b-a75a38d7fed1" providerId="AD" clId="Web-{00D1ED6F-2583-BCC2-BBEA-13A1DF2C7175}" dt="2026-09-08T18:16:39.728" v="0"/>
          <ac:spMkLst>
            <pc:docMk/>
            <pc:sldMk cId="3475550063" sldId="268"/>
            <ac:spMk id="5" creationId="{EED9B836-F7F7-4156-7854-2194D3CF2038}"/>
          </ac:spMkLst>
        </pc:spChg>
        <pc:spChg chg="mod ord">
          <ac:chgData name="Fahmida Hamid" userId="S::fhamid@callutheran.edu::575dc0a0-3c6d-400f-847b-a75a38d7fed1" providerId="AD" clId="Web-{00D1ED6F-2583-BCC2-BBEA-13A1DF2C7175}" dt="2026-09-08T18:16:39.728" v="0"/>
          <ac:spMkLst>
            <pc:docMk/>
            <pc:sldMk cId="3475550063" sldId="268"/>
            <ac:spMk id="6" creationId="{4D83C6EF-4B5C-E6E0-C61D-79303DB1CD95}"/>
          </ac:spMkLst>
        </pc:spChg>
      </pc:sldChg>
      <pc:sldChg chg="modSp mod modClrScheme chgLayout">
        <pc:chgData name="Fahmida Hamid" userId="S::fhamid@callutheran.edu::575dc0a0-3c6d-400f-847b-a75a38d7fed1" providerId="AD" clId="Web-{00D1ED6F-2583-BCC2-BBEA-13A1DF2C7175}" dt="2026-09-08T18:16:39.728" v="0"/>
        <pc:sldMkLst>
          <pc:docMk/>
          <pc:sldMk cId="1916927708" sldId="269"/>
        </pc:sldMkLst>
        <pc:spChg chg="mod ord">
          <ac:chgData name="Fahmida Hamid" userId="S::fhamid@callutheran.edu::575dc0a0-3c6d-400f-847b-a75a38d7fed1" providerId="AD" clId="Web-{00D1ED6F-2583-BCC2-BBEA-13A1DF2C7175}" dt="2026-09-08T18:16:39.728" v="0"/>
          <ac:spMkLst>
            <pc:docMk/>
            <pc:sldMk cId="1916927708" sldId="269"/>
            <ac:spMk id="2" creationId="{AC689236-6FF3-E2EA-D6A7-C7C848B43D2C}"/>
          </ac:spMkLst>
        </pc:spChg>
        <pc:spChg chg="mod ord">
          <ac:chgData name="Fahmida Hamid" userId="S::fhamid@callutheran.edu::575dc0a0-3c6d-400f-847b-a75a38d7fed1" providerId="AD" clId="Web-{00D1ED6F-2583-BCC2-BBEA-13A1DF2C7175}" dt="2026-09-08T18:16:39.728" v="0"/>
          <ac:spMkLst>
            <pc:docMk/>
            <pc:sldMk cId="1916927708" sldId="269"/>
            <ac:spMk id="3" creationId="{C4F5D7EE-8C5C-E086-76DD-F7A68694E54E}"/>
          </ac:spMkLst>
        </pc:spChg>
        <pc:spChg chg="mod ord">
          <ac:chgData name="Fahmida Hamid" userId="S::fhamid@callutheran.edu::575dc0a0-3c6d-400f-847b-a75a38d7fed1" providerId="AD" clId="Web-{00D1ED6F-2583-BCC2-BBEA-13A1DF2C7175}" dt="2026-09-08T18:16:39.728" v="0"/>
          <ac:spMkLst>
            <pc:docMk/>
            <pc:sldMk cId="1916927708" sldId="269"/>
            <ac:spMk id="4" creationId="{1C8EE952-1FAB-71B7-54D8-9CD4D456AF6C}"/>
          </ac:spMkLst>
        </pc:spChg>
        <pc:spChg chg="mod ord">
          <ac:chgData name="Fahmida Hamid" userId="S::fhamid@callutheran.edu::575dc0a0-3c6d-400f-847b-a75a38d7fed1" providerId="AD" clId="Web-{00D1ED6F-2583-BCC2-BBEA-13A1DF2C7175}" dt="2026-09-08T18:16:39.728" v="0"/>
          <ac:spMkLst>
            <pc:docMk/>
            <pc:sldMk cId="1916927708" sldId="269"/>
            <ac:spMk id="5" creationId="{1A24FE7B-B962-B9E1-5B0F-0A5BF7C2A98C}"/>
          </ac:spMkLst>
        </pc:spChg>
        <pc:spChg chg="mod ord">
          <ac:chgData name="Fahmida Hamid" userId="S::fhamid@callutheran.edu::575dc0a0-3c6d-400f-847b-a75a38d7fed1" providerId="AD" clId="Web-{00D1ED6F-2583-BCC2-BBEA-13A1DF2C7175}" dt="2026-09-08T18:16:39.728" v="0"/>
          <ac:spMkLst>
            <pc:docMk/>
            <pc:sldMk cId="1916927708" sldId="269"/>
            <ac:spMk id="6" creationId="{C4312E2F-ED89-6C02-1C29-A8DE2E1208C5}"/>
          </ac:spMkLst>
        </pc:spChg>
      </pc:sldChg>
      <pc:sldChg chg="modSp mod modClrScheme chgLayout">
        <pc:chgData name="Fahmida Hamid" userId="S::fhamid@callutheran.edu::575dc0a0-3c6d-400f-847b-a75a38d7fed1" providerId="AD" clId="Web-{00D1ED6F-2583-BCC2-BBEA-13A1DF2C7175}" dt="2026-09-08T18:18:05.901" v="2" actId="20577"/>
        <pc:sldMkLst>
          <pc:docMk/>
          <pc:sldMk cId="2053731325" sldId="270"/>
        </pc:sldMkLst>
        <pc:spChg chg="mod ord">
          <ac:chgData name="Fahmida Hamid" userId="S::fhamid@callutheran.edu::575dc0a0-3c6d-400f-847b-a75a38d7fed1" providerId="AD" clId="Web-{00D1ED6F-2583-BCC2-BBEA-13A1DF2C7175}" dt="2026-09-08T18:16:39.728" v="0"/>
          <ac:spMkLst>
            <pc:docMk/>
            <pc:sldMk cId="2053731325" sldId="270"/>
            <ac:spMk id="2" creationId="{04405E2F-74CA-0BA5-FCA3-125402327E1B}"/>
          </ac:spMkLst>
        </pc:spChg>
        <pc:spChg chg="mod ord">
          <ac:chgData name="Fahmida Hamid" userId="S::fhamid@callutheran.edu::575dc0a0-3c6d-400f-847b-a75a38d7fed1" providerId="AD" clId="Web-{00D1ED6F-2583-BCC2-BBEA-13A1DF2C7175}" dt="2026-09-08T18:18:05.901" v="2" actId="20577"/>
          <ac:spMkLst>
            <pc:docMk/>
            <pc:sldMk cId="2053731325" sldId="270"/>
            <ac:spMk id="3" creationId="{17FFCCB9-A8FE-3720-1C05-9A4F0DA2FD25}"/>
          </ac:spMkLst>
        </pc:spChg>
        <pc:spChg chg="mod ord">
          <ac:chgData name="Fahmida Hamid" userId="S::fhamid@callutheran.edu::575dc0a0-3c6d-400f-847b-a75a38d7fed1" providerId="AD" clId="Web-{00D1ED6F-2583-BCC2-BBEA-13A1DF2C7175}" dt="2026-09-08T18:16:39.728" v="0"/>
          <ac:spMkLst>
            <pc:docMk/>
            <pc:sldMk cId="2053731325" sldId="270"/>
            <ac:spMk id="4" creationId="{633B76CD-A062-795A-793F-CAF26FFABE9D}"/>
          </ac:spMkLst>
        </pc:spChg>
        <pc:spChg chg="mod ord">
          <ac:chgData name="Fahmida Hamid" userId="S::fhamid@callutheran.edu::575dc0a0-3c6d-400f-847b-a75a38d7fed1" providerId="AD" clId="Web-{00D1ED6F-2583-BCC2-BBEA-13A1DF2C7175}" dt="2026-09-08T18:16:39.728" v="0"/>
          <ac:spMkLst>
            <pc:docMk/>
            <pc:sldMk cId="2053731325" sldId="270"/>
            <ac:spMk id="5" creationId="{8385D842-43D6-9C0C-8CB9-E1B4A7B95F4B}"/>
          </ac:spMkLst>
        </pc:spChg>
        <pc:spChg chg="mod ord">
          <ac:chgData name="Fahmida Hamid" userId="S::fhamid@callutheran.edu::575dc0a0-3c6d-400f-847b-a75a38d7fed1" providerId="AD" clId="Web-{00D1ED6F-2583-BCC2-BBEA-13A1DF2C7175}" dt="2026-09-08T18:16:39.728" v="0"/>
          <ac:spMkLst>
            <pc:docMk/>
            <pc:sldMk cId="2053731325" sldId="270"/>
            <ac:spMk id="6" creationId="{1DB3311A-0E18-44BF-875D-A878FFF86E83}"/>
          </ac:spMkLst>
        </pc:spChg>
      </pc:sldChg>
      <pc:sldChg chg="modSp mod modClrScheme chgLayout">
        <pc:chgData name="Fahmida Hamid" userId="S::fhamid@callutheran.edu::575dc0a0-3c6d-400f-847b-a75a38d7fed1" providerId="AD" clId="Web-{00D1ED6F-2583-BCC2-BBEA-13A1DF2C7175}" dt="2026-09-08T18:16:39.728" v="0"/>
        <pc:sldMkLst>
          <pc:docMk/>
          <pc:sldMk cId="3368658482" sldId="271"/>
        </pc:sldMkLst>
        <pc:spChg chg="mod ord">
          <ac:chgData name="Fahmida Hamid" userId="S::fhamid@callutheran.edu::575dc0a0-3c6d-400f-847b-a75a38d7fed1" providerId="AD" clId="Web-{00D1ED6F-2583-BCC2-BBEA-13A1DF2C7175}" dt="2026-09-08T18:16:39.728" v="0"/>
          <ac:spMkLst>
            <pc:docMk/>
            <pc:sldMk cId="3368658482" sldId="271"/>
            <ac:spMk id="2" creationId="{1F1A8765-FF94-A283-6B71-3B4C766466CA}"/>
          </ac:spMkLst>
        </pc:spChg>
        <pc:spChg chg="mod ord">
          <ac:chgData name="Fahmida Hamid" userId="S::fhamid@callutheran.edu::575dc0a0-3c6d-400f-847b-a75a38d7fed1" providerId="AD" clId="Web-{00D1ED6F-2583-BCC2-BBEA-13A1DF2C7175}" dt="2026-09-08T18:16:39.728" v="0"/>
          <ac:spMkLst>
            <pc:docMk/>
            <pc:sldMk cId="3368658482" sldId="271"/>
            <ac:spMk id="3" creationId="{23D8B9E1-15B8-39DC-D578-DAD583E9210A}"/>
          </ac:spMkLst>
        </pc:spChg>
        <pc:spChg chg="mod ord">
          <ac:chgData name="Fahmida Hamid" userId="S::fhamid@callutheran.edu::575dc0a0-3c6d-400f-847b-a75a38d7fed1" providerId="AD" clId="Web-{00D1ED6F-2583-BCC2-BBEA-13A1DF2C7175}" dt="2026-09-08T18:16:39.728" v="0"/>
          <ac:spMkLst>
            <pc:docMk/>
            <pc:sldMk cId="3368658482" sldId="271"/>
            <ac:spMk id="4" creationId="{EF7434B0-C072-6228-0401-C168850E7A07}"/>
          </ac:spMkLst>
        </pc:spChg>
        <pc:spChg chg="mod ord">
          <ac:chgData name="Fahmida Hamid" userId="S::fhamid@callutheran.edu::575dc0a0-3c6d-400f-847b-a75a38d7fed1" providerId="AD" clId="Web-{00D1ED6F-2583-BCC2-BBEA-13A1DF2C7175}" dt="2026-09-08T18:16:39.728" v="0"/>
          <ac:spMkLst>
            <pc:docMk/>
            <pc:sldMk cId="3368658482" sldId="271"/>
            <ac:spMk id="5" creationId="{7B49C9FD-A67D-22B2-FCA3-03385EF4850B}"/>
          </ac:spMkLst>
        </pc:spChg>
        <pc:spChg chg="mod ord">
          <ac:chgData name="Fahmida Hamid" userId="S::fhamid@callutheran.edu::575dc0a0-3c6d-400f-847b-a75a38d7fed1" providerId="AD" clId="Web-{00D1ED6F-2583-BCC2-BBEA-13A1DF2C7175}" dt="2026-09-08T18:16:39.728" v="0"/>
          <ac:spMkLst>
            <pc:docMk/>
            <pc:sldMk cId="3368658482" sldId="271"/>
            <ac:spMk id="6" creationId="{43D33B1A-CEF6-6D9B-DBF8-F920F7D4544B}"/>
          </ac:spMkLst>
        </pc:spChg>
      </pc:sldChg>
      <pc:sldChg chg="modSp mod modClrScheme chgLayout">
        <pc:chgData name="Fahmida Hamid" userId="S::fhamid@callutheran.edu::575dc0a0-3c6d-400f-847b-a75a38d7fed1" providerId="AD" clId="Web-{00D1ED6F-2583-BCC2-BBEA-13A1DF2C7175}" dt="2026-09-08T21:01:14.118" v="6" actId="20577"/>
        <pc:sldMkLst>
          <pc:docMk/>
          <pc:sldMk cId="3464088356" sldId="272"/>
        </pc:sldMkLst>
        <pc:spChg chg="mod ord">
          <ac:chgData name="Fahmida Hamid" userId="S::fhamid@callutheran.edu::575dc0a0-3c6d-400f-847b-a75a38d7fed1" providerId="AD" clId="Web-{00D1ED6F-2583-BCC2-BBEA-13A1DF2C7175}" dt="2026-09-08T18:16:39.728" v="0"/>
          <ac:spMkLst>
            <pc:docMk/>
            <pc:sldMk cId="3464088356" sldId="272"/>
            <ac:spMk id="2" creationId="{E662BC83-093F-EFF3-1C5D-175A6752560C}"/>
          </ac:spMkLst>
        </pc:spChg>
        <pc:spChg chg="mod ord">
          <ac:chgData name="Fahmida Hamid" userId="S::fhamid@callutheran.edu::575dc0a0-3c6d-400f-847b-a75a38d7fed1" providerId="AD" clId="Web-{00D1ED6F-2583-BCC2-BBEA-13A1DF2C7175}" dt="2026-09-08T18:16:39.728" v="0"/>
          <ac:spMkLst>
            <pc:docMk/>
            <pc:sldMk cId="3464088356" sldId="272"/>
            <ac:spMk id="3" creationId="{7C412EC5-D3AE-6FB1-14C4-F1B32B6EA082}"/>
          </ac:spMkLst>
        </pc:spChg>
        <pc:spChg chg="mod ord">
          <ac:chgData name="Fahmida Hamid" userId="S::fhamid@callutheran.edu::575dc0a0-3c6d-400f-847b-a75a38d7fed1" providerId="AD" clId="Web-{00D1ED6F-2583-BCC2-BBEA-13A1DF2C7175}" dt="2026-09-08T18:16:39.728" v="0"/>
          <ac:spMkLst>
            <pc:docMk/>
            <pc:sldMk cId="3464088356" sldId="272"/>
            <ac:spMk id="4" creationId="{E786FCA9-AA40-C5DD-A3CA-6F56826F21AF}"/>
          </ac:spMkLst>
        </pc:spChg>
        <pc:spChg chg="mod ord">
          <ac:chgData name="Fahmida Hamid" userId="S::fhamid@callutheran.edu::575dc0a0-3c6d-400f-847b-a75a38d7fed1" providerId="AD" clId="Web-{00D1ED6F-2583-BCC2-BBEA-13A1DF2C7175}" dt="2026-09-08T18:16:39.728" v="0"/>
          <ac:spMkLst>
            <pc:docMk/>
            <pc:sldMk cId="3464088356" sldId="272"/>
            <ac:spMk id="5" creationId="{F7D08F5A-59E0-6B54-F622-F6743A779F9A}"/>
          </ac:spMkLst>
        </pc:spChg>
        <pc:spChg chg="mod">
          <ac:chgData name="Fahmida Hamid" userId="S::fhamid@callutheran.edu::575dc0a0-3c6d-400f-847b-a75a38d7fed1" providerId="AD" clId="Web-{00D1ED6F-2583-BCC2-BBEA-13A1DF2C7175}" dt="2026-09-08T21:01:14.118" v="6" actId="20577"/>
          <ac:spMkLst>
            <pc:docMk/>
            <pc:sldMk cId="3464088356" sldId="272"/>
            <ac:spMk id="7" creationId="{C3119A3E-F10D-99D4-8780-4A2E998BB2AD}"/>
          </ac:spMkLst>
        </pc:spChg>
      </pc:sldChg>
      <pc:sldMasterChg chg="del delSldLayout">
        <pc:chgData name="Fahmida Hamid" userId="S::fhamid@callutheran.edu::575dc0a0-3c6d-400f-847b-a75a38d7fed1" providerId="AD" clId="Web-{00D1ED6F-2583-BCC2-BBEA-13A1DF2C7175}" dt="2026-09-08T18:16:39.728" v="0"/>
        <pc:sldMasterMkLst>
          <pc:docMk/>
          <pc:sldMasterMk cId="2711863375" sldId="2147483795"/>
        </pc:sldMasterMkLst>
        <pc:sldLayoutChg chg="del">
          <pc:chgData name="Fahmida Hamid" userId="S::fhamid@callutheran.edu::575dc0a0-3c6d-400f-847b-a75a38d7fed1" providerId="AD" clId="Web-{00D1ED6F-2583-BCC2-BBEA-13A1DF2C7175}" dt="2026-09-08T18:16:39.728" v="0"/>
          <pc:sldLayoutMkLst>
            <pc:docMk/>
            <pc:sldMasterMk cId="2711863375" sldId="2147483795"/>
            <pc:sldLayoutMk cId="2087680020" sldId="2147483796"/>
          </pc:sldLayoutMkLst>
        </pc:sldLayoutChg>
        <pc:sldLayoutChg chg="del">
          <pc:chgData name="Fahmida Hamid" userId="S::fhamid@callutheran.edu::575dc0a0-3c6d-400f-847b-a75a38d7fed1" providerId="AD" clId="Web-{00D1ED6F-2583-BCC2-BBEA-13A1DF2C7175}" dt="2026-09-08T18:16:39.728" v="0"/>
          <pc:sldLayoutMkLst>
            <pc:docMk/>
            <pc:sldMasterMk cId="2711863375" sldId="2147483795"/>
            <pc:sldLayoutMk cId="1363028356" sldId="2147483797"/>
          </pc:sldLayoutMkLst>
        </pc:sldLayoutChg>
        <pc:sldLayoutChg chg="del">
          <pc:chgData name="Fahmida Hamid" userId="S::fhamid@callutheran.edu::575dc0a0-3c6d-400f-847b-a75a38d7fed1" providerId="AD" clId="Web-{00D1ED6F-2583-BCC2-BBEA-13A1DF2C7175}" dt="2026-09-08T18:16:39.728" v="0"/>
          <pc:sldLayoutMkLst>
            <pc:docMk/>
            <pc:sldMasterMk cId="2711863375" sldId="2147483795"/>
            <pc:sldLayoutMk cId="3759783631" sldId="2147483798"/>
          </pc:sldLayoutMkLst>
        </pc:sldLayoutChg>
        <pc:sldLayoutChg chg="del">
          <pc:chgData name="Fahmida Hamid" userId="S::fhamid@callutheran.edu::575dc0a0-3c6d-400f-847b-a75a38d7fed1" providerId="AD" clId="Web-{00D1ED6F-2583-BCC2-BBEA-13A1DF2C7175}" dt="2026-09-08T18:16:39.728" v="0"/>
          <pc:sldLayoutMkLst>
            <pc:docMk/>
            <pc:sldMasterMk cId="2711863375" sldId="2147483795"/>
            <pc:sldLayoutMk cId="185363036" sldId="2147483799"/>
          </pc:sldLayoutMkLst>
        </pc:sldLayoutChg>
        <pc:sldLayoutChg chg="del">
          <pc:chgData name="Fahmida Hamid" userId="S::fhamid@callutheran.edu::575dc0a0-3c6d-400f-847b-a75a38d7fed1" providerId="AD" clId="Web-{00D1ED6F-2583-BCC2-BBEA-13A1DF2C7175}" dt="2026-09-08T18:16:39.728" v="0"/>
          <pc:sldLayoutMkLst>
            <pc:docMk/>
            <pc:sldMasterMk cId="2711863375" sldId="2147483795"/>
            <pc:sldLayoutMk cId="3968390987" sldId="2147483800"/>
          </pc:sldLayoutMkLst>
        </pc:sldLayoutChg>
        <pc:sldLayoutChg chg="del">
          <pc:chgData name="Fahmida Hamid" userId="S::fhamid@callutheran.edu::575dc0a0-3c6d-400f-847b-a75a38d7fed1" providerId="AD" clId="Web-{00D1ED6F-2583-BCC2-BBEA-13A1DF2C7175}" dt="2026-09-08T18:16:39.728" v="0"/>
          <pc:sldLayoutMkLst>
            <pc:docMk/>
            <pc:sldMasterMk cId="2711863375" sldId="2147483795"/>
            <pc:sldLayoutMk cId="2540182762" sldId="2147483801"/>
          </pc:sldLayoutMkLst>
        </pc:sldLayoutChg>
        <pc:sldLayoutChg chg="del">
          <pc:chgData name="Fahmida Hamid" userId="S::fhamid@callutheran.edu::575dc0a0-3c6d-400f-847b-a75a38d7fed1" providerId="AD" clId="Web-{00D1ED6F-2583-BCC2-BBEA-13A1DF2C7175}" dt="2026-09-08T18:16:39.728" v="0"/>
          <pc:sldLayoutMkLst>
            <pc:docMk/>
            <pc:sldMasterMk cId="2711863375" sldId="2147483795"/>
            <pc:sldLayoutMk cId="431785715" sldId="2147483802"/>
          </pc:sldLayoutMkLst>
        </pc:sldLayoutChg>
        <pc:sldLayoutChg chg="del">
          <pc:chgData name="Fahmida Hamid" userId="S::fhamid@callutheran.edu::575dc0a0-3c6d-400f-847b-a75a38d7fed1" providerId="AD" clId="Web-{00D1ED6F-2583-BCC2-BBEA-13A1DF2C7175}" dt="2026-09-08T18:16:39.728" v="0"/>
          <pc:sldLayoutMkLst>
            <pc:docMk/>
            <pc:sldMasterMk cId="2711863375" sldId="2147483795"/>
            <pc:sldLayoutMk cId="4174543242" sldId="2147483803"/>
          </pc:sldLayoutMkLst>
        </pc:sldLayoutChg>
        <pc:sldLayoutChg chg="del">
          <pc:chgData name="Fahmida Hamid" userId="S::fhamid@callutheran.edu::575dc0a0-3c6d-400f-847b-a75a38d7fed1" providerId="AD" clId="Web-{00D1ED6F-2583-BCC2-BBEA-13A1DF2C7175}" dt="2026-09-08T18:16:39.728" v="0"/>
          <pc:sldLayoutMkLst>
            <pc:docMk/>
            <pc:sldMasterMk cId="2711863375" sldId="2147483795"/>
            <pc:sldLayoutMk cId="1963700178" sldId="2147483804"/>
          </pc:sldLayoutMkLst>
        </pc:sldLayoutChg>
        <pc:sldLayoutChg chg="del">
          <pc:chgData name="Fahmida Hamid" userId="S::fhamid@callutheran.edu::575dc0a0-3c6d-400f-847b-a75a38d7fed1" providerId="AD" clId="Web-{00D1ED6F-2583-BCC2-BBEA-13A1DF2C7175}" dt="2026-09-08T18:16:39.728" v="0"/>
          <pc:sldLayoutMkLst>
            <pc:docMk/>
            <pc:sldMasterMk cId="2711863375" sldId="2147483795"/>
            <pc:sldLayoutMk cId="2753619282" sldId="2147483805"/>
          </pc:sldLayoutMkLst>
        </pc:sldLayoutChg>
        <pc:sldLayoutChg chg="del">
          <pc:chgData name="Fahmida Hamid" userId="S::fhamid@callutheran.edu::575dc0a0-3c6d-400f-847b-a75a38d7fed1" providerId="AD" clId="Web-{00D1ED6F-2583-BCC2-BBEA-13A1DF2C7175}" dt="2026-09-08T18:16:39.728" v="0"/>
          <pc:sldLayoutMkLst>
            <pc:docMk/>
            <pc:sldMasterMk cId="2711863375" sldId="2147483795"/>
            <pc:sldLayoutMk cId="3265441155" sldId="2147483806"/>
          </pc:sldLayoutMkLst>
        </pc:sldLayoutChg>
        <pc:sldLayoutChg chg="del">
          <pc:chgData name="Fahmida Hamid" userId="S::fhamid@callutheran.edu::575dc0a0-3c6d-400f-847b-a75a38d7fed1" providerId="AD" clId="Web-{00D1ED6F-2583-BCC2-BBEA-13A1DF2C7175}" dt="2026-09-08T18:16:39.728" v="0"/>
          <pc:sldLayoutMkLst>
            <pc:docMk/>
            <pc:sldMasterMk cId="2711863375" sldId="2147483795"/>
            <pc:sldLayoutMk cId="2931200606" sldId="2147483807"/>
          </pc:sldLayoutMkLst>
        </pc:sldLayoutChg>
        <pc:sldLayoutChg chg="del">
          <pc:chgData name="Fahmida Hamid" userId="S::fhamid@callutheran.edu::575dc0a0-3c6d-400f-847b-a75a38d7fed1" providerId="AD" clId="Web-{00D1ED6F-2583-BCC2-BBEA-13A1DF2C7175}" dt="2026-09-08T18:16:39.728" v="0"/>
          <pc:sldLayoutMkLst>
            <pc:docMk/>
            <pc:sldMasterMk cId="2711863375" sldId="2147483795"/>
            <pc:sldLayoutMk cId="2893697207" sldId="2147483808"/>
          </pc:sldLayoutMkLst>
        </pc:sldLayoutChg>
        <pc:sldLayoutChg chg="del">
          <pc:chgData name="Fahmida Hamid" userId="S::fhamid@callutheran.edu::575dc0a0-3c6d-400f-847b-a75a38d7fed1" providerId="AD" clId="Web-{00D1ED6F-2583-BCC2-BBEA-13A1DF2C7175}" dt="2026-09-08T18:16:39.728" v="0"/>
          <pc:sldLayoutMkLst>
            <pc:docMk/>
            <pc:sldMasterMk cId="2711863375" sldId="2147483795"/>
            <pc:sldLayoutMk cId="2124307602" sldId="2147483809"/>
          </pc:sldLayoutMkLst>
        </pc:sldLayoutChg>
        <pc:sldLayoutChg chg="del">
          <pc:chgData name="Fahmida Hamid" userId="S::fhamid@callutheran.edu::575dc0a0-3c6d-400f-847b-a75a38d7fed1" providerId="AD" clId="Web-{00D1ED6F-2583-BCC2-BBEA-13A1DF2C7175}" dt="2026-09-08T18:16:39.728" v="0"/>
          <pc:sldLayoutMkLst>
            <pc:docMk/>
            <pc:sldMasterMk cId="2711863375" sldId="2147483795"/>
            <pc:sldLayoutMk cId="1126666322" sldId="2147483810"/>
          </pc:sldLayoutMkLst>
        </pc:sldLayoutChg>
        <pc:sldLayoutChg chg="del">
          <pc:chgData name="Fahmida Hamid" userId="S::fhamid@callutheran.edu::575dc0a0-3c6d-400f-847b-a75a38d7fed1" providerId="AD" clId="Web-{00D1ED6F-2583-BCC2-BBEA-13A1DF2C7175}" dt="2026-09-08T18:16:39.728" v="0"/>
          <pc:sldLayoutMkLst>
            <pc:docMk/>
            <pc:sldMasterMk cId="2711863375" sldId="2147483795"/>
            <pc:sldLayoutMk cId="267753321" sldId="2147483811"/>
          </pc:sldLayoutMkLst>
        </pc:sldLayoutChg>
        <pc:sldLayoutChg chg="del">
          <pc:chgData name="Fahmida Hamid" userId="S::fhamid@callutheran.edu::575dc0a0-3c6d-400f-847b-a75a38d7fed1" providerId="AD" clId="Web-{00D1ED6F-2583-BCC2-BBEA-13A1DF2C7175}" dt="2026-09-08T18:16:39.728" v="0"/>
          <pc:sldLayoutMkLst>
            <pc:docMk/>
            <pc:sldMasterMk cId="2711863375" sldId="2147483795"/>
            <pc:sldLayoutMk cId="100265811" sldId="2147483812"/>
          </pc:sldLayoutMkLst>
        </pc:sldLayoutChg>
        <pc:sldLayoutChg chg="del">
          <pc:chgData name="Fahmida Hamid" userId="S::fhamid@callutheran.edu::575dc0a0-3c6d-400f-847b-a75a38d7fed1" providerId="AD" clId="Web-{00D1ED6F-2583-BCC2-BBEA-13A1DF2C7175}" dt="2026-09-08T18:16:39.728" v="0"/>
          <pc:sldLayoutMkLst>
            <pc:docMk/>
            <pc:sldMasterMk cId="2711863375" sldId="2147483795"/>
            <pc:sldLayoutMk cId="274417317" sldId="2147483813"/>
          </pc:sldLayoutMkLst>
        </pc:sldLayoutChg>
        <pc:sldLayoutChg chg="del">
          <pc:chgData name="Fahmida Hamid" userId="S::fhamid@callutheran.edu::575dc0a0-3c6d-400f-847b-a75a38d7fed1" providerId="AD" clId="Web-{00D1ED6F-2583-BCC2-BBEA-13A1DF2C7175}" dt="2026-09-08T18:16:39.728" v="0"/>
          <pc:sldLayoutMkLst>
            <pc:docMk/>
            <pc:sldMasterMk cId="2711863375" sldId="2147483795"/>
            <pc:sldLayoutMk cId="516319351" sldId="2147483814"/>
          </pc:sldLayoutMkLst>
        </pc:sldLayoutChg>
        <pc:sldLayoutChg chg="del">
          <pc:chgData name="Fahmida Hamid" userId="S::fhamid@callutheran.edu::575dc0a0-3c6d-400f-847b-a75a38d7fed1" providerId="AD" clId="Web-{00D1ED6F-2583-BCC2-BBEA-13A1DF2C7175}" dt="2026-09-08T18:16:39.728" v="0"/>
          <pc:sldLayoutMkLst>
            <pc:docMk/>
            <pc:sldMasterMk cId="2711863375" sldId="2147483795"/>
            <pc:sldLayoutMk cId="3963380634" sldId="2147483815"/>
          </pc:sldLayoutMkLst>
        </pc:sldLayoutChg>
        <pc:sldLayoutChg chg="del">
          <pc:chgData name="Fahmida Hamid" userId="S::fhamid@callutheran.edu::575dc0a0-3c6d-400f-847b-a75a38d7fed1" providerId="AD" clId="Web-{00D1ED6F-2583-BCC2-BBEA-13A1DF2C7175}" dt="2026-09-08T18:16:39.728" v="0"/>
          <pc:sldLayoutMkLst>
            <pc:docMk/>
            <pc:sldMasterMk cId="2711863375" sldId="2147483795"/>
            <pc:sldLayoutMk cId="3851567572" sldId="2147483816"/>
          </pc:sldLayoutMkLst>
        </pc:sldLayoutChg>
        <pc:sldLayoutChg chg="del">
          <pc:chgData name="Fahmida Hamid" userId="S::fhamid@callutheran.edu::575dc0a0-3c6d-400f-847b-a75a38d7fed1" providerId="AD" clId="Web-{00D1ED6F-2583-BCC2-BBEA-13A1DF2C7175}" dt="2026-09-08T18:16:39.728" v="0"/>
          <pc:sldLayoutMkLst>
            <pc:docMk/>
            <pc:sldMasterMk cId="2711863375" sldId="2147483795"/>
            <pc:sldLayoutMk cId="953963859" sldId="2147483817"/>
          </pc:sldLayoutMkLst>
        </pc:sldLayoutChg>
        <pc:sldLayoutChg chg="del">
          <pc:chgData name="Fahmida Hamid" userId="S::fhamid@callutheran.edu::575dc0a0-3c6d-400f-847b-a75a38d7fed1" providerId="AD" clId="Web-{00D1ED6F-2583-BCC2-BBEA-13A1DF2C7175}" dt="2026-09-08T18:16:39.728" v="0"/>
          <pc:sldLayoutMkLst>
            <pc:docMk/>
            <pc:sldMasterMk cId="2711863375" sldId="2147483795"/>
            <pc:sldLayoutMk cId="212671177" sldId="2147483818"/>
          </pc:sldLayoutMkLst>
        </pc:sldLayoutChg>
        <pc:sldLayoutChg chg="del">
          <pc:chgData name="Fahmida Hamid" userId="S::fhamid@callutheran.edu::575dc0a0-3c6d-400f-847b-a75a38d7fed1" providerId="AD" clId="Web-{00D1ED6F-2583-BCC2-BBEA-13A1DF2C7175}" dt="2026-09-08T18:16:39.728" v="0"/>
          <pc:sldLayoutMkLst>
            <pc:docMk/>
            <pc:sldMasterMk cId="2711863375" sldId="2147483795"/>
            <pc:sldLayoutMk cId="1935172914" sldId="2147483819"/>
          </pc:sldLayoutMkLst>
        </pc:sldLayoutChg>
        <pc:sldLayoutChg chg="del">
          <pc:chgData name="Fahmida Hamid" userId="S::fhamid@callutheran.edu::575dc0a0-3c6d-400f-847b-a75a38d7fed1" providerId="AD" clId="Web-{00D1ED6F-2583-BCC2-BBEA-13A1DF2C7175}" dt="2026-09-08T18:16:39.728" v="0"/>
          <pc:sldLayoutMkLst>
            <pc:docMk/>
            <pc:sldMasterMk cId="2711863375" sldId="2147483795"/>
            <pc:sldLayoutMk cId="2659665642" sldId="2147483820"/>
          </pc:sldLayoutMkLst>
        </pc:sldLayoutChg>
        <pc:sldLayoutChg chg="del">
          <pc:chgData name="Fahmida Hamid" userId="S::fhamid@callutheran.edu::575dc0a0-3c6d-400f-847b-a75a38d7fed1" providerId="AD" clId="Web-{00D1ED6F-2583-BCC2-BBEA-13A1DF2C7175}" dt="2026-09-08T18:16:39.728" v="0"/>
          <pc:sldLayoutMkLst>
            <pc:docMk/>
            <pc:sldMasterMk cId="2711863375" sldId="2147483795"/>
            <pc:sldLayoutMk cId="1480253965" sldId="2147483821"/>
          </pc:sldLayoutMkLst>
        </pc:sldLayoutChg>
        <pc:sldLayoutChg chg="del">
          <pc:chgData name="Fahmida Hamid" userId="S::fhamid@callutheran.edu::575dc0a0-3c6d-400f-847b-a75a38d7fed1" providerId="AD" clId="Web-{00D1ED6F-2583-BCC2-BBEA-13A1DF2C7175}" dt="2026-09-08T18:16:39.728" v="0"/>
          <pc:sldLayoutMkLst>
            <pc:docMk/>
            <pc:sldMasterMk cId="2711863375" sldId="2147483795"/>
            <pc:sldLayoutMk cId="2950855894" sldId="2147483822"/>
          </pc:sldLayoutMkLst>
        </pc:sldLayoutChg>
        <pc:sldLayoutChg chg="del">
          <pc:chgData name="Fahmida Hamid" userId="S::fhamid@callutheran.edu::575dc0a0-3c6d-400f-847b-a75a38d7fed1" providerId="AD" clId="Web-{00D1ED6F-2583-BCC2-BBEA-13A1DF2C7175}" dt="2026-09-08T18:16:39.728" v="0"/>
          <pc:sldLayoutMkLst>
            <pc:docMk/>
            <pc:sldMasterMk cId="2711863375" sldId="2147483795"/>
            <pc:sldLayoutMk cId="3241088462" sldId="2147483823"/>
          </pc:sldLayoutMkLst>
        </pc:sldLayoutChg>
        <pc:sldLayoutChg chg="del">
          <pc:chgData name="Fahmida Hamid" userId="S::fhamid@callutheran.edu::575dc0a0-3c6d-400f-847b-a75a38d7fed1" providerId="AD" clId="Web-{00D1ED6F-2583-BCC2-BBEA-13A1DF2C7175}" dt="2026-09-08T18:16:39.728" v="0"/>
          <pc:sldLayoutMkLst>
            <pc:docMk/>
            <pc:sldMasterMk cId="2711863375" sldId="2147483795"/>
            <pc:sldLayoutMk cId="1479133535" sldId="2147483824"/>
          </pc:sldLayoutMkLst>
        </pc:sldLayoutChg>
        <pc:sldLayoutChg chg="del">
          <pc:chgData name="Fahmida Hamid" userId="S::fhamid@callutheran.edu::575dc0a0-3c6d-400f-847b-a75a38d7fed1" providerId="AD" clId="Web-{00D1ED6F-2583-BCC2-BBEA-13A1DF2C7175}" dt="2026-09-08T18:16:39.728" v="0"/>
          <pc:sldLayoutMkLst>
            <pc:docMk/>
            <pc:sldMasterMk cId="2711863375" sldId="2147483795"/>
            <pc:sldLayoutMk cId="2061631026" sldId="2147483825"/>
          </pc:sldLayoutMkLst>
        </pc:sldLayoutChg>
      </pc:sldMasterChg>
      <pc:sldMasterChg chg="add addSldLayout modSldLayout">
        <pc:chgData name="Fahmida Hamid" userId="S::fhamid@callutheran.edu::575dc0a0-3c6d-400f-847b-a75a38d7fed1" providerId="AD" clId="Web-{00D1ED6F-2583-BCC2-BBEA-13A1DF2C7175}" dt="2026-09-08T18:16:39.728" v="0"/>
        <pc:sldMasterMkLst>
          <pc:docMk/>
          <pc:sldMasterMk cId="3943343230" sldId="2147483826"/>
        </pc:sldMasterMkLst>
        <pc:sldLayoutChg chg="add mod replId">
          <pc:chgData name="Fahmida Hamid" userId="S::fhamid@callutheran.edu::575dc0a0-3c6d-400f-847b-a75a38d7fed1" providerId="AD" clId="Web-{00D1ED6F-2583-BCC2-BBEA-13A1DF2C7175}" dt="2026-09-08T18:16:39.728" v="0"/>
          <pc:sldLayoutMkLst>
            <pc:docMk/>
            <pc:sldMasterMk cId="3943343230" sldId="2147483826"/>
            <pc:sldLayoutMk cId="3746819257" sldId="2147483827"/>
          </pc:sldLayoutMkLst>
        </pc:sldLayoutChg>
        <pc:sldLayoutChg chg="add mod replId">
          <pc:chgData name="Fahmida Hamid" userId="S::fhamid@callutheran.edu::575dc0a0-3c6d-400f-847b-a75a38d7fed1" providerId="AD" clId="Web-{00D1ED6F-2583-BCC2-BBEA-13A1DF2C7175}" dt="2026-09-08T18:16:39.728" v="0"/>
          <pc:sldLayoutMkLst>
            <pc:docMk/>
            <pc:sldMasterMk cId="3943343230" sldId="2147483826"/>
            <pc:sldLayoutMk cId="689729146" sldId="2147483828"/>
          </pc:sldLayoutMkLst>
        </pc:sldLayoutChg>
        <pc:sldLayoutChg chg="add mod replId">
          <pc:chgData name="Fahmida Hamid" userId="S::fhamid@callutheran.edu::575dc0a0-3c6d-400f-847b-a75a38d7fed1" providerId="AD" clId="Web-{00D1ED6F-2583-BCC2-BBEA-13A1DF2C7175}" dt="2026-09-08T18:16:39.728" v="0"/>
          <pc:sldLayoutMkLst>
            <pc:docMk/>
            <pc:sldMasterMk cId="3943343230" sldId="2147483826"/>
            <pc:sldLayoutMk cId="3501152866" sldId="2147483829"/>
          </pc:sldLayoutMkLst>
        </pc:sldLayoutChg>
        <pc:sldLayoutChg chg="add mod replId">
          <pc:chgData name="Fahmida Hamid" userId="S::fhamid@callutheran.edu::575dc0a0-3c6d-400f-847b-a75a38d7fed1" providerId="AD" clId="Web-{00D1ED6F-2583-BCC2-BBEA-13A1DF2C7175}" dt="2026-09-08T18:16:39.728" v="0"/>
          <pc:sldLayoutMkLst>
            <pc:docMk/>
            <pc:sldMasterMk cId="3943343230" sldId="2147483826"/>
            <pc:sldLayoutMk cId="2916761825" sldId="2147483830"/>
          </pc:sldLayoutMkLst>
        </pc:sldLayoutChg>
        <pc:sldLayoutChg chg="add mod replId">
          <pc:chgData name="Fahmida Hamid" userId="S::fhamid@callutheran.edu::575dc0a0-3c6d-400f-847b-a75a38d7fed1" providerId="AD" clId="Web-{00D1ED6F-2583-BCC2-BBEA-13A1DF2C7175}" dt="2026-09-08T18:16:39.728" v="0"/>
          <pc:sldLayoutMkLst>
            <pc:docMk/>
            <pc:sldMasterMk cId="3943343230" sldId="2147483826"/>
            <pc:sldLayoutMk cId="3543622732" sldId="2147483831"/>
          </pc:sldLayoutMkLst>
        </pc:sldLayoutChg>
        <pc:sldLayoutChg chg="add mod replId">
          <pc:chgData name="Fahmida Hamid" userId="S::fhamid@callutheran.edu::575dc0a0-3c6d-400f-847b-a75a38d7fed1" providerId="AD" clId="Web-{00D1ED6F-2583-BCC2-BBEA-13A1DF2C7175}" dt="2026-09-08T18:16:39.728" v="0"/>
          <pc:sldLayoutMkLst>
            <pc:docMk/>
            <pc:sldMasterMk cId="3943343230" sldId="2147483826"/>
            <pc:sldLayoutMk cId="203779510" sldId="2147483832"/>
          </pc:sldLayoutMkLst>
        </pc:sldLayoutChg>
        <pc:sldLayoutChg chg="add mod replId">
          <pc:chgData name="Fahmida Hamid" userId="S::fhamid@callutheran.edu::575dc0a0-3c6d-400f-847b-a75a38d7fed1" providerId="AD" clId="Web-{00D1ED6F-2583-BCC2-BBEA-13A1DF2C7175}" dt="2026-09-08T18:16:39.728" v="0"/>
          <pc:sldLayoutMkLst>
            <pc:docMk/>
            <pc:sldMasterMk cId="3943343230" sldId="2147483826"/>
            <pc:sldLayoutMk cId="289128179" sldId="2147483833"/>
          </pc:sldLayoutMkLst>
        </pc:sldLayoutChg>
        <pc:sldLayoutChg chg="add mod replId">
          <pc:chgData name="Fahmida Hamid" userId="S::fhamid@callutheran.edu::575dc0a0-3c6d-400f-847b-a75a38d7fed1" providerId="AD" clId="Web-{00D1ED6F-2583-BCC2-BBEA-13A1DF2C7175}" dt="2026-09-08T18:16:39.728" v="0"/>
          <pc:sldLayoutMkLst>
            <pc:docMk/>
            <pc:sldMasterMk cId="3943343230" sldId="2147483826"/>
            <pc:sldLayoutMk cId="2447238318" sldId="2147483834"/>
          </pc:sldLayoutMkLst>
        </pc:sldLayoutChg>
        <pc:sldLayoutChg chg="add mod replId">
          <pc:chgData name="Fahmida Hamid" userId="S::fhamid@callutheran.edu::575dc0a0-3c6d-400f-847b-a75a38d7fed1" providerId="AD" clId="Web-{00D1ED6F-2583-BCC2-BBEA-13A1DF2C7175}" dt="2026-09-08T18:16:39.728" v="0"/>
          <pc:sldLayoutMkLst>
            <pc:docMk/>
            <pc:sldMasterMk cId="3943343230" sldId="2147483826"/>
            <pc:sldLayoutMk cId="4073389339" sldId="2147483835"/>
          </pc:sldLayoutMkLst>
        </pc:sldLayoutChg>
        <pc:sldLayoutChg chg="add mod replId">
          <pc:chgData name="Fahmida Hamid" userId="S::fhamid@callutheran.edu::575dc0a0-3c6d-400f-847b-a75a38d7fed1" providerId="AD" clId="Web-{00D1ED6F-2583-BCC2-BBEA-13A1DF2C7175}" dt="2026-09-08T18:16:39.728" v="0"/>
          <pc:sldLayoutMkLst>
            <pc:docMk/>
            <pc:sldMasterMk cId="3943343230" sldId="2147483826"/>
            <pc:sldLayoutMk cId="2088685606" sldId="2147483836"/>
          </pc:sldLayoutMkLst>
        </pc:sldLayoutChg>
        <pc:sldLayoutChg chg="add mod replId">
          <pc:chgData name="Fahmida Hamid" userId="S::fhamid@callutheran.edu::575dc0a0-3c6d-400f-847b-a75a38d7fed1" providerId="AD" clId="Web-{00D1ED6F-2583-BCC2-BBEA-13A1DF2C7175}" dt="2026-09-08T18:16:39.728" v="0"/>
          <pc:sldLayoutMkLst>
            <pc:docMk/>
            <pc:sldMasterMk cId="3943343230" sldId="2147483826"/>
            <pc:sldLayoutMk cId="153375569" sldId="2147483837"/>
          </pc:sldLayoutMkLst>
        </pc:sldLayoutChg>
      </pc:sldMasterChg>
    </pc:docChg>
  </pc:docChgLst>
  <pc:docChgLst>
    <pc:chgData name="Fahmida Hamid" userId="S::fhamid@callutheran.edu::575dc0a0-3c6d-400f-847b-a75a38d7fed1" providerId="AD" clId="Web-{363EF842-5A58-9F17-441E-A34724B3DA33}"/>
    <pc:docChg chg="mod addSld delSld modSld addMainMaster delMainMaster">
      <pc:chgData name="Fahmida Hamid" userId="S::fhamid@callutheran.edu::575dc0a0-3c6d-400f-847b-a75a38d7fed1" providerId="AD" clId="Web-{363EF842-5A58-9F17-441E-A34724B3DA33}" dt="2026-09-08T15:40:28.599" v="321" actId="20577"/>
      <pc:docMkLst>
        <pc:docMk/>
      </pc:docMkLst>
      <pc:sldChg chg="modSp mod modClrScheme chgLayout">
        <pc:chgData name="Fahmida Hamid" userId="S::fhamid@callutheran.edu::575dc0a0-3c6d-400f-847b-a75a38d7fed1" providerId="AD" clId="Web-{363EF842-5A58-9F17-441E-A34724B3DA33}" dt="2026-09-08T15:37:13.145" v="312"/>
        <pc:sldMkLst>
          <pc:docMk/>
          <pc:sldMk cId="109857222" sldId="256"/>
        </pc:sldMkLst>
        <pc:spChg chg="mod ord">
          <ac:chgData name="Fahmida Hamid" userId="S::fhamid@callutheran.edu::575dc0a0-3c6d-400f-847b-a75a38d7fed1" providerId="AD" clId="Web-{363EF842-5A58-9F17-441E-A34724B3DA33}" dt="2026-09-08T15:37:13.145" v="312"/>
          <ac:spMkLst>
            <pc:docMk/>
            <pc:sldMk cId="109857222" sldId="256"/>
            <ac:spMk id="2" creationId="{00000000-0000-0000-0000-000000000000}"/>
          </ac:spMkLst>
        </pc:spChg>
        <pc:spChg chg="mod ord">
          <ac:chgData name="Fahmida Hamid" userId="S::fhamid@callutheran.edu::575dc0a0-3c6d-400f-847b-a75a38d7fed1" providerId="AD" clId="Web-{363EF842-5A58-9F17-441E-A34724B3DA33}" dt="2026-09-08T15:37:13.145" v="312"/>
          <ac:spMkLst>
            <pc:docMk/>
            <pc:sldMk cId="109857222" sldId="256"/>
            <ac:spMk id="3" creationId="{00000000-0000-0000-0000-000000000000}"/>
          </ac:spMkLst>
        </pc:spChg>
      </pc:sldChg>
      <pc:sldChg chg="modSp mod modClrScheme chgLayout">
        <pc:chgData name="Fahmida Hamid" userId="S::fhamid@callutheran.edu::575dc0a0-3c6d-400f-847b-a75a38d7fed1" providerId="AD" clId="Web-{363EF842-5A58-9F17-441E-A34724B3DA33}" dt="2026-09-08T15:37:13.145" v="312"/>
        <pc:sldMkLst>
          <pc:docMk/>
          <pc:sldMk cId="2496007816" sldId="257"/>
        </pc:sldMkLst>
        <pc:spChg chg="mod ord">
          <ac:chgData name="Fahmida Hamid" userId="S::fhamid@callutheran.edu::575dc0a0-3c6d-400f-847b-a75a38d7fed1" providerId="AD" clId="Web-{363EF842-5A58-9F17-441E-A34724B3DA33}" dt="2026-09-08T15:37:13.145" v="312"/>
          <ac:spMkLst>
            <pc:docMk/>
            <pc:sldMk cId="2496007816" sldId="257"/>
            <ac:spMk id="2" creationId="{275C4D48-B539-B826-EF65-DF4EC8821378}"/>
          </ac:spMkLst>
        </pc:spChg>
        <pc:spChg chg="mod ord">
          <ac:chgData name="Fahmida Hamid" userId="S::fhamid@callutheran.edu::575dc0a0-3c6d-400f-847b-a75a38d7fed1" providerId="AD" clId="Web-{363EF842-5A58-9F17-441E-A34724B3DA33}" dt="2026-09-08T15:37:13.145" v="312"/>
          <ac:spMkLst>
            <pc:docMk/>
            <pc:sldMk cId="2496007816" sldId="257"/>
            <ac:spMk id="4" creationId="{E8EFE7D0-4267-48BF-A9D2-148F96E5DAC4}"/>
          </ac:spMkLst>
        </pc:spChg>
        <pc:spChg chg="mod ord">
          <ac:chgData name="Fahmida Hamid" userId="S::fhamid@callutheran.edu::575dc0a0-3c6d-400f-847b-a75a38d7fed1" providerId="AD" clId="Web-{363EF842-5A58-9F17-441E-A34724B3DA33}" dt="2026-09-08T15:37:13.145" v="312"/>
          <ac:spMkLst>
            <pc:docMk/>
            <pc:sldMk cId="2496007816" sldId="257"/>
            <ac:spMk id="5" creationId="{430CB72F-7CF5-3DF3-8EBF-027A16CAD345}"/>
          </ac:spMkLst>
        </pc:spChg>
        <pc:spChg chg="mod ord">
          <ac:chgData name="Fahmida Hamid" userId="S::fhamid@callutheran.edu::575dc0a0-3c6d-400f-847b-a75a38d7fed1" providerId="AD" clId="Web-{363EF842-5A58-9F17-441E-A34724B3DA33}" dt="2026-09-08T15:37:13.145" v="312"/>
          <ac:spMkLst>
            <pc:docMk/>
            <pc:sldMk cId="2496007816" sldId="257"/>
            <ac:spMk id="6" creationId="{5F5DD531-808F-6B6E-7964-DC7DED957498}"/>
          </ac:spMkLst>
        </pc:spChg>
        <pc:picChg chg="mod ord">
          <ac:chgData name="Fahmida Hamid" userId="S::fhamid@callutheran.edu::575dc0a0-3c6d-400f-847b-a75a38d7fed1" providerId="AD" clId="Web-{363EF842-5A58-9F17-441E-A34724B3DA33}" dt="2026-09-08T15:37:13.145" v="312"/>
          <ac:picMkLst>
            <pc:docMk/>
            <pc:sldMk cId="2496007816" sldId="257"/>
            <ac:picMk id="7" creationId="{B089EE92-C51C-6048-ACE9-0C2B702F9914}"/>
          </ac:picMkLst>
        </pc:picChg>
      </pc:sldChg>
      <pc:sldChg chg="modSp mod modClrScheme chgLayout">
        <pc:chgData name="Fahmida Hamid" userId="S::fhamid@callutheran.edu::575dc0a0-3c6d-400f-847b-a75a38d7fed1" providerId="AD" clId="Web-{363EF842-5A58-9F17-441E-A34724B3DA33}" dt="2026-09-08T15:37:13.145" v="312"/>
        <pc:sldMkLst>
          <pc:docMk/>
          <pc:sldMk cId="999053795" sldId="258"/>
        </pc:sldMkLst>
        <pc:spChg chg="mod ord">
          <ac:chgData name="Fahmida Hamid" userId="S::fhamid@callutheran.edu::575dc0a0-3c6d-400f-847b-a75a38d7fed1" providerId="AD" clId="Web-{363EF842-5A58-9F17-441E-A34724B3DA33}" dt="2026-09-08T15:37:13.145" v="312"/>
          <ac:spMkLst>
            <pc:docMk/>
            <pc:sldMk cId="999053795" sldId="258"/>
            <ac:spMk id="4" creationId="{47561153-D756-0F8B-5EA9-5B518E689A54}"/>
          </ac:spMkLst>
        </pc:spChg>
        <pc:spChg chg="mod ord">
          <ac:chgData name="Fahmida Hamid" userId="S::fhamid@callutheran.edu::575dc0a0-3c6d-400f-847b-a75a38d7fed1" providerId="AD" clId="Web-{363EF842-5A58-9F17-441E-A34724B3DA33}" dt="2026-09-08T15:37:13.145" v="312"/>
          <ac:spMkLst>
            <pc:docMk/>
            <pc:sldMk cId="999053795" sldId="258"/>
            <ac:spMk id="5" creationId="{28199097-5B30-4A63-88C0-9B38118311B4}"/>
          </ac:spMkLst>
        </pc:spChg>
        <pc:spChg chg="mod ord">
          <ac:chgData name="Fahmida Hamid" userId="S::fhamid@callutheran.edu::575dc0a0-3c6d-400f-847b-a75a38d7fed1" providerId="AD" clId="Web-{363EF842-5A58-9F17-441E-A34724B3DA33}" dt="2026-09-08T15:37:13.145" v="312"/>
          <ac:spMkLst>
            <pc:docMk/>
            <pc:sldMk cId="999053795" sldId="258"/>
            <ac:spMk id="6" creationId="{F7FB663A-C957-8492-F5AB-F92B5FFD80CF}"/>
          </ac:spMkLst>
        </pc:spChg>
        <pc:picChg chg="mod ord">
          <ac:chgData name="Fahmida Hamid" userId="S::fhamid@callutheran.edu::575dc0a0-3c6d-400f-847b-a75a38d7fed1" providerId="AD" clId="Web-{363EF842-5A58-9F17-441E-A34724B3DA33}" dt="2026-09-08T15:37:13.145" v="312"/>
          <ac:picMkLst>
            <pc:docMk/>
            <pc:sldMk cId="999053795" sldId="258"/>
            <ac:picMk id="7" creationId="{1B02EC7A-35BD-2B40-5B70-2381F34EA978}"/>
          </ac:picMkLst>
        </pc:picChg>
      </pc:sldChg>
      <pc:sldChg chg="addSp delSp modSp mod modClrScheme chgLayout">
        <pc:chgData name="Fahmida Hamid" userId="S::fhamid@callutheran.edu::575dc0a0-3c6d-400f-847b-a75a38d7fed1" providerId="AD" clId="Web-{363EF842-5A58-9F17-441E-A34724B3DA33}" dt="2026-09-08T15:37:13.145" v="312"/>
        <pc:sldMkLst>
          <pc:docMk/>
          <pc:sldMk cId="2647333855" sldId="259"/>
        </pc:sldMkLst>
        <pc:spChg chg="del">
          <ac:chgData name="Fahmida Hamid" userId="S::fhamid@callutheran.edu::575dc0a0-3c6d-400f-847b-a75a38d7fed1" providerId="AD" clId="Web-{363EF842-5A58-9F17-441E-A34724B3DA33}" dt="2026-09-08T15:32:05.300" v="286"/>
          <ac:spMkLst>
            <pc:docMk/>
            <pc:sldMk cId="2647333855" sldId="259"/>
            <ac:spMk id="2" creationId="{2709F60E-8062-8463-A574-0DC27625DD1D}"/>
          </ac:spMkLst>
        </pc:spChg>
        <pc:spChg chg="del mod">
          <ac:chgData name="Fahmida Hamid" userId="S::fhamid@callutheran.edu::575dc0a0-3c6d-400f-847b-a75a38d7fed1" providerId="AD" clId="Web-{363EF842-5A58-9F17-441E-A34724B3DA33}" dt="2026-09-08T15:31:38.253" v="285"/>
          <ac:spMkLst>
            <pc:docMk/>
            <pc:sldMk cId="2647333855" sldId="259"/>
            <ac:spMk id="3" creationId="{A5002B0B-B3B9-90CF-6E67-E1A881383FD9}"/>
          </ac:spMkLst>
        </pc:spChg>
        <pc:spChg chg="mod ord modVis">
          <ac:chgData name="Fahmida Hamid" userId="S::fhamid@callutheran.edu::575dc0a0-3c6d-400f-847b-a75a38d7fed1" providerId="AD" clId="Web-{363EF842-5A58-9F17-441E-A34724B3DA33}" dt="2026-09-08T15:37:13.145" v="312"/>
          <ac:spMkLst>
            <pc:docMk/>
            <pc:sldMk cId="2647333855" sldId="259"/>
            <ac:spMk id="4" creationId="{2EDE7B5B-3D04-2850-D983-542760E85C54}"/>
          </ac:spMkLst>
        </pc:spChg>
        <pc:spChg chg="mod ord">
          <ac:chgData name="Fahmida Hamid" userId="S::fhamid@callutheran.edu::575dc0a0-3c6d-400f-847b-a75a38d7fed1" providerId="AD" clId="Web-{363EF842-5A58-9F17-441E-A34724B3DA33}" dt="2026-09-08T15:37:13.145" v="312"/>
          <ac:spMkLst>
            <pc:docMk/>
            <pc:sldMk cId="2647333855" sldId="259"/>
            <ac:spMk id="5" creationId="{2F6C68C9-D90A-398A-1CAE-4A440755B725}"/>
          </ac:spMkLst>
        </pc:spChg>
        <pc:spChg chg="mod ord modVis">
          <ac:chgData name="Fahmida Hamid" userId="S::fhamid@callutheran.edu::575dc0a0-3c6d-400f-847b-a75a38d7fed1" providerId="AD" clId="Web-{363EF842-5A58-9F17-441E-A34724B3DA33}" dt="2026-09-08T15:37:13.145" v="312"/>
          <ac:spMkLst>
            <pc:docMk/>
            <pc:sldMk cId="2647333855" sldId="259"/>
            <ac:spMk id="6" creationId="{153547F9-77D8-F262-C53C-B01C8B7A7168}"/>
          </ac:spMkLst>
        </pc:spChg>
        <pc:spChg chg="add del mod">
          <ac:chgData name="Fahmida Hamid" userId="S::fhamid@callutheran.edu::575dc0a0-3c6d-400f-847b-a75a38d7fed1" providerId="AD" clId="Web-{363EF842-5A58-9F17-441E-A34724B3DA33}" dt="2026-09-08T15:32:12.488" v="287"/>
          <ac:spMkLst>
            <pc:docMk/>
            <pc:sldMk cId="2647333855" sldId="259"/>
            <ac:spMk id="9" creationId="{1B7A257A-2218-F6B4-109E-8F15D6349D02}"/>
          </ac:spMkLst>
        </pc:spChg>
        <pc:picChg chg="add mod ord">
          <ac:chgData name="Fahmida Hamid" userId="S::fhamid@callutheran.edu::575dc0a0-3c6d-400f-847b-a75a38d7fed1" providerId="AD" clId="Web-{363EF842-5A58-9F17-441E-A34724B3DA33}" dt="2026-09-08T15:37:13.145" v="312"/>
          <ac:picMkLst>
            <pc:docMk/>
            <pc:sldMk cId="2647333855" sldId="259"/>
            <ac:picMk id="7" creationId="{E633351B-A3A2-A515-70CD-37ED1F3F330E}"/>
          </ac:picMkLst>
        </pc:picChg>
      </pc:sldChg>
      <pc:sldChg chg="modSp mod modClrScheme chgLayout">
        <pc:chgData name="Fahmida Hamid" userId="S::fhamid@callutheran.edu::575dc0a0-3c6d-400f-847b-a75a38d7fed1" providerId="AD" clId="Web-{363EF842-5A58-9F17-441E-A34724B3DA33}" dt="2026-09-08T15:37:13.145" v="312"/>
        <pc:sldMkLst>
          <pc:docMk/>
          <pc:sldMk cId="3383308488" sldId="260"/>
        </pc:sldMkLst>
        <pc:spChg chg="mod ord">
          <ac:chgData name="Fahmida Hamid" userId="S::fhamid@callutheran.edu::575dc0a0-3c6d-400f-847b-a75a38d7fed1" providerId="AD" clId="Web-{363EF842-5A58-9F17-441E-A34724B3DA33}" dt="2026-09-08T15:37:13.145" v="312"/>
          <ac:spMkLst>
            <pc:docMk/>
            <pc:sldMk cId="3383308488" sldId="260"/>
            <ac:spMk id="2" creationId="{21250948-CFDC-4DA6-4FD7-114DB46F12C7}"/>
          </ac:spMkLst>
        </pc:spChg>
        <pc:spChg chg="mod ord">
          <ac:chgData name="Fahmida Hamid" userId="S::fhamid@callutheran.edu::575dc0a0-3c6d-400f-847b-a75a38d7fed1" providerId="AD" clId="Web-{363EF842-5A58-9F17-441E-A34724B3DA33}" dt="2026-09-08T15:37:13.145" v="312"/>
          <ac:spMkLst>
            <pc:docMk/>
            <pc:sldMk cId="3383308488" sldId="260"/>
            <ac:spMk id="3" creationId="{088AD4B2-2F2A-D9A3-CE99-3E694ED5842F}"/>
          </ac:spMkLst>
        </pc:spChg>
        <pc:spChg chg="mod ord">
          <ac:chgData name="Fahmida Hamid" userId="S::fhamid@callutheran.edu::575dc0a0-3c6d-400f-847b-a75a38d7fed1" providerId="AD" clId="Web-{363EF842-5A58-9F17-441E-A34724B3DA33}" dt="2026-09-08T15:37:13.145" v="312"/>
          <ac:spMkLst>
            <pc:docMk/>
            <pc:sldMk cId="3383308488" sldId="260"/>
            <ac:spMk id="4" creationId="{66FD9FFA-AECD-A5D9-284F-0384D20D2EE5}"/>
          </ac:spMkLst>
        </pc:spChg>
        <pc:spChg chg="mod ord">
          <ac:chgData name="Fahmida Hamid" userId="S::fhamid@callutheran.edu::575dc0a0-3c6d-400f-847b-a75a38d7fed1" providerId="AD" clId="Web-{363EF842-5A58-9F17-441E-A34724B3DA33}" dt="2026-09-08T15:37:13.145" v="312"/>
          <ac:spMkLst>
            <pc:docMk/>
            <pc:sldMk cId="3383308488" sldId="260"/>
            <ac:spMk id="5" creationId="{5EE23D2F-49E4-FE25-4BE9-0603D6D12897}"/>
          </ac:spMkLst>
        </pc:spChg>
        <pc:spChg chg="mod ord">
          <ac:chgData name="Fahmida Hamid" userId="S::fhamid@callutheran.edu::575dc0a0-3c6d-400f-847b-a75a38d7fed1" providerId="AD" clId="Web-{363EF842-5A58-9F17-441E-A34724B3DA33}" dt="2026-09-08T15:37:13.145" v="312"/>
          <ac:spMkLst>
            <pc:docMk/>
            <pc:sldMk cId="3383308488" sldId="260"/>
            <ac:spMk id="6" creationId="{9CA7A682-D6B2-B5AF-93B4-5F99B35F95A1}"/>
          </ac:spMkLst>
        </pc:spChg>
      </pc:sldChg>
      <pc:sldChg chg="modSp add del mod modClrScheme chgLayout">
        <pc:chgData name="Fahmida Hamid" userId="S::fhamid@callutheran.edu::575dc0a0-3c6d-400f-847b-a75a38d7fed1" providerId="AD" clId="Web-{363EF842-5A58-9F17-441E-A34724B3DA33}" dt="2026-09-08T15:38:31.052" v="320" actId="1076"/>
        <pc:sldMkLst>
          <pc:docMk/>
          <pc:sldMk cId="424596146" sldId="261"/>
        </pc:sldMkLst>
        <pc:spChg chg="mod ord">
          <ac:chgData name="Fahmida Hamid" userId="S::fhamid@callutheran.edu::575dc0a0-3c6d-400f-847b-a75a38d7fed1" providerId="AD" clId="Web-{363EF842-5A58-9F17-441E-A34724B3DA33}" dt="2026-09-08T15:37:13.145" v="312"/>
          <ac:spMkLst>
            <pc:docMk/>
            <pc:sldMk cId="424596146" sldId="261"/>
            <ac:spMk id="2" creationId="{652029BD-5899-B6A1-616F-571D1C5A7A09}"/>
          </ac:spMkLst>
        </pc:spChg>
        <pc:spChg chg="mod ord">
          <ac:chgData name="Fahmida Hamid" userId="S::fhamid@callutheran.edu::575dc0a0-3c6d-400f-847b-a75a38d7fed1" providerId="AD" clId="Web-{363EF842-5A58-9F17-441E-A34724B3DA33}" dt="2026-09-08T15:37:13.145" v="312"/>
          <ac:spMkLst>
            <pc:docMk/>
            <pc:sldMk cId="424596146" sldId="261"/>
            <ac:spMk id="4" creationId="{66034DDD-822C-3E49-075F-F16FC134EA2E}"/>
          </ac:spMkLst>
        </pc:spChg>
        <pc:spChg chg="mod ord">
          <ac:chgData name="Fahmida Hamid" userId="S::fhamid@callutheran.edu::575dc0a0-3c6d-400f-847b-a75a38d7fed1" providerId="AD" clId="Web-{363EF842-5A58-9F17-441E-A34724B3DA33}" dt="2026-09-08T15:37:13.145" v="312"/>
          <ac:spMkLst>
            <pc:docMk/>
            <pc:sldMk cId="424596146" sldId="261"/>
            <ac:spMk id="5" creationId="{4C8FF010-EF08-7509-E953-2BF0E94A4D62}"/>
          </ac:spMkLst>
        </pc:spChg>
        <pc:spChg chg="mod ord">
          <ac:chgData name="Fahmida Hamid" userId="S::fhamid@callutheran.edu::575dc0a0-3c6d-400f-847b-a75a38d7fed1" providerId="AD" clId="Web-{363EF842-5A58-9F17-441E-A34724B3DA33}" dt="2026-09-08T15:37:13.145" v="312"/>
          <ac:spMkLst>
            <pc:docMk/>
            <pc:sldMk cId="424596146" sldId="261"/>
            <ac:spMk id="6" creationId="{56A7D426-A951-4C68-8A50-BDE598045AEC}"/>
          </ac:spMkLst>
        </pc:spChg>
        <pc:picChg chg="mod">
          <ac:chgData name="Fahmida Hamid" userId="S::fhamid@callutheran.edu::575dc0a0-3c6d-400f-847b-a75a38d7fed1" providerId="AD" clId="Web-{363EF842-5A58-9F17-441E-A34724B3DA33}" dt="2026-09-08T15:38:31.052" v="320" actId="1076"/>
          <ac:picMkLst>
            <pc:docMk/>
            <pc:sldMk cId="424596146" sldId="261"/>
            <ac:picMk id="8" creationId="{47BA14FF-2C69-9302-0EF9-60083CB4648F}"/>
          </ac:picMkLst>
        </pc:picChg>
      </pc:sldChg>
      <pc:sldChg chg="addSp delSp modSp new mod modClrScheme chgLayout">
        <pc:chgData name="Fahmida Hamid" userId="S::fhamid@callutheran.edu::575dc0a0-3c6d-400f-847b-a75a38d7fed1" providerId="AD" clId="Web-{363EF842-5A58-9F17-441E-A34724B3DA33}" dt="2026-09-08T15:37:13.145" v="312"/>
        <pc:sldMkLst>
          <pc:docMk/>
          <pc:sldMk cId="3621602997" sldId="262"/>
        </pc:sldMkLst>
        <pc:spChg chg="del">
          <ac:chgData name="Fahmida Hamid" userId="S::fhamid@callutheran.edu::575dc0a0-3c6d-400f-847b-a75a38d7fed1" providerId="AD" clId="Web-{363EF842-5A58-9F17-441E-A34724B3DA33}" dt="2026-09-08T02:36:32.912" v="1"/>
          <ac:spMkLst>
            <pc:docMk/>
            <pc:sldMk cId="3621602997" sldId="262"/>
            <ac:spMk id="2" creationId="{6322BFFF-B82D-4E58-E76A-7B374EA305C4}"/>
          </ac:spMkLst>
        </pc:spChg>
        <pc:spChg chg="del">
          <ac:chgData name="Fahmida Hamid" userId="S::fhamid@callutheran.edu::575dc0a0-3c6d-400f-847b-a75a38d7fed1" providerId="AD" clId="Web-{363EF842-5A58-9F17-441E-A34724B3DA33}" dt="2026-09-08T02:36:32.912" v="1"/>
          <ac:spMkLst>
            <pc:docMk/>
            <pc:sldMk cId="3621602997" sldId="262"/>
            <ac:spMk id="3" creationId="{C52FD59C-7B26-B350-812E-80AECE59B9B3}"/>
          </ac:spMkLst>
        </pc:spChg>
        <pc:spChg chg="mod ord">
          <ac:chgData name="Fahmida Hamid" userId="S::fhamid@callutheran.edu::575dc0a0-3c6d-400f-847b-a75a38d7fed1" providerId="AD" clId="Web-{363EF842-5A58-9F17-441E-A34724B3DA33}" dt="2026-09-08T15:37:13.145" v="312"/>
          <ac:spMkLst>
            <pc:docMk/>
            <pc:sldMk cId="3621602997" sldId="262"/>
            <ac:spMk id="4" creationId="{9C549CAB-3F09-0CDD-0103-05B46F996A69}"/>
          </ac:spMkLst>
        </pc:spChg>
        <pc:spChg chg="mod ord">
          <ac:chgData name="Fahmida Hamid" userId="S::fhamid@callutheran.edu::575dc0a0-3c6d-400f-847b-a75a38d7fed1" providerId="AD" clId="Web-{363EF842-5A58-9F17-441E-A34724B3DA33}" dt="2026-09-08T15:37:13.145" v="312"/>
          <ac:spMkLst>
            <pc:docMk/>
            <pc:sldMk cId="3621602997" sldId="262"/>
            <ac:spMk id="5" creationId="{70960768-3DCC-9E5B-B72B-E6D89B178810}"/>
          </ac:spMkLst>
        </pc:spChg>
        <pc:spChg chg="mod ord">
          <ac:chgData name="Fahmida Hamid" userId="S::fhamid@callutheran.edu::575dc0a0-3c6d-400f-847b-a75a38d7fed1" providerId="AD" clId="Web-{363EF842-5A58-9F17-441E-A34724B3DA33}" dt="2026-09-08T15:37:13.145" v="312"/>
          <ac:spMkLst>
            <pc:docMk/>
            <pc:sldMk cId="3621602997" sldId="262"/>
            <ac:spMk id="6" creationId="{8CC59ADC-0821-CBAF-5BBC-F6771F7908D8}"/>
          </ac:spMkLst>
        </pc:spChg>
        <pc:spChg chg="add del mod">
          <ac:chgData name="Fahmida Hamid" userId="S::fhamid@callutheran.edu::575dc0a0-3c6d-400f-847b-a75a38d7fed1" providerId="AD" clId="Web-{363EF842-5A58-9F17-441E-A34724B3DA33}" dt="2026-09-08T02:37:53.507" v="8"/>
          <ac:spMkLst>
            <pc:docMk/>
            <pc:sldMk cId="3621602997" sldId="262"/>
            <ac:spMk id="7" creationId="{CDFAAAE9-1FDA-BF79-72C0-2D0CAD554AD1}"/>
          </ac:spMkLst>
        </pc:spChg>
        <pc:picChg chg="add del mod">
          <ac:chgData name="Fahmida Hamid" userId="S::fhamid@callutheran.edu::575dc0a0-3c6d-400f-847b-a75a38d7fed1" providerId="AD" clId="Web-{363EF842-5A58-9F17-441E-A34724B3DA33}" dt="2026-09-08T02:37:46.647" v="7"/>
          <ac:picMkLst>
            <pc:docMk/>
            <pc:sldMk cId="3621602997" sldId="262"/>
            <ac:picMk id="8" creationId="{027C8AE6-F347-5B3F-E13C-488829883637}"/>
          </ac:picMkLst>
        </pc:picChg>
        <pc:picChg chg="add del mod">
          <ac:chgData name="Fahmida Hamid" userId="S::fhamid@callutheran.edu::575dc0a0-3c6d-400f-847b-a75a38d7fed1" providerId="AD" clId="Web-{363EF842-5A58-9F17-441E-A34724B3DA33}" dt="2026-09-08T02:40:08.774" v="29"/>
          <ac:picMkLst>
            <pc:docMk/>
            <pc:sldMk cId="3621602997" sldId="262"/>
            <ac:picMk id="9" creationId="{C9F94660-EED4-F542-62B4-CD57B35E4E44}"/>
          </ac:picMkLst>
        </pc:picChg>
        <pc:picChg chg="add mod">
          <ac:chgData name="Fahmida Hamid" userId="S::fhamid@callutheran.edu::575dc0a0-3c6d-400f-847b-a75a38d7fed1" providerId="AD" clId="Web-{363EF842-5A58-9F17-441E-A34724B3DA33}" dt="2026-09-08T02:40:41.477" v="30"/>
          <ac:picMkLst>
            <pc:docMk/>
            <pc:sldMk cId="3621602997" sldId="262"/>
            <ac:picMk id="10" creationId="{CFEBFB15-1274-AB5A-E1F5-994061D49FC9}"/>
          </ac:picMkLst>
        </pc:picChg>
      </pc:sldChg>
      <pc:sldChg chg="addSp delSp modSp new mod modClrScheme chgLayout">
        <pc:chgData name="Fahmida Hamid" userId="S::fhamid@callutheran.edu::575dc0a0-3c6d-400f-847b-a75a38d7fed1" providerId="AD" clId="Web-{363EF842-5A58-9F17-441E-A34724B3DA33}" dt="2026-09-08T15:37:13.145" v="312"/>
        <pc:sldMkLst>
          <pc:docMk/>
          <pc:sldMk cId="1354348423" sldId="263"/>
        </pc:sldMkLst>
        <pc:spChg chg="mod ord">
          <ac:chgData name="Fahmida Hamid" userId="S::fhamid@callutheran.edu::575dc0a0-3c6d-400f-847b-a75a38d7fed1" providerId="AD" clId="Web-{363EF842-5A58-9F17-441E-A34724B3DA33}" dt="2026-09-08T15:37:13.145" v="312"/>
          <ac:spMkLst>
            <pc:docMk/>
            <pc:sldMk cId="1354348423" sldId="263"/>
            <ac:spMk id="2" creationId="{E66A844D-2B02-AB5B-F1CA-817B07C7EE92}"/>
          </ac:spMkLst>
        </pc:spChg>
        <pc:spChg chg="mod ord">
          <ac:chgData name="Fahmida Hamid" userId="S::fhamid@callutheran.edu::575dc0a0-3c6d-400f-847b-a75a38d7fed1" providerId="AD" clId="Web-{363EF842-5A58-9F17-441E-A34724B3DA33}" dt="2026-09-08T15:37:13.145" v="312"/>
          <ac:spMkLst>
            <pc:docMk/>
            <pc:sldMk cId="1354348423" sldId="263"/>
            <ac:spMk id="3" creationId="{C177D2CD-EDA8-5ACE-2469-AD24FAC2F362}"/>
          </ac:spMkLst>
        </pc:spChg>
        <pc:spChg chg="mod ord">
          <ac:chgData name="Fahmida Hamid" userId="S::fhamid@callutheran.edu::575dc0a0-3c6d-400f-847b-a75a38d7fed1" providerId="AD" clId="Web-{363EF842-5A58-9F17-441E-A34724B3DA33}" dt="2026-09-08T15:37:13.145" v="312"/>
          <ac:spMkLst>
            <pc:docMk/>
            <pc:sldMk cId="1354348423" sldId="263"/>
            <ac:spMk id="4" creationId="{8D34E85E-1777-6FFD-FBCA-CA49440EDDDD}"/>
          </ac:spMkLst>
        </pc:spChg>
        <pc:spChg chg="add mod ord">
          <ac:chgData name="Fahmida Hamid" userId="S::fhamid@callutheran.edu::575dc0a0-3c6d-400f-847b-a75a38d7fed1" providerId="AD" clId="Web-{363EF842-5A58-9F17-441E-A34724B3DA33}" dt="2026-09-08T15:37:13.145" v="312"/>
          <ac:spMkLst>
            <pc:docMk/>
            <pc:sldMk cId="1354348423" sldId="263"/>
            <ac:spMk id="5" creationId="{F396E600-C2F4-86D3-D990-EEB322D95EF9}"/>
          </ac:spMkLst>
        </pc:spChg>
        <pc:spChg chg="add del mod ord">
          <ac:chgData name="Fahmida Hamid" userId="S::fhamid@callutheran.edu::575dc0a0-3c6d-400f-847b-a75a38d7fed1" providerId="AD" clId="Web-{363EF842-5A58-9F17-441E-A34724B3DA33}" dt="2026-09-08T15:37:13.145" v="312"/>
          <ac:spMkLst>
            <pc:docMk/>
            <pc:sldMk cId="1354348423" sldId="263"/>
            <ac:spMk id="6" creationId="{3E955B71-88C8-667B-6FBB-21FBF2A1A975}"/>
          </ac:spMkLst>
        </pc:spChg>
        <pc:picChg chg="add del mod ord modCrop">
          <ac:chgData name="Fahmida Hamid" userId="S::fhamid@callutheran.edu::575dc0a0-3c6d-400f-847b-a75a38d7fed1" providerId="AD" clId="Web-{363EF842-5A58-9F17-441E-A34724B3DA33}" dt="2026-09-08T02:38:57.007" v="19"/>
          <ac:picMkLst>
            <pc:docMk/>
            <pc:sldMk cId="1354348423" sldId="263"/>
            <ac:picMk id="7" creationId="{9C2ED0F1-C687-5837-5A78-CED36C398226}"/>
          </ac:picMkLst>
        </pc:picChg>
      </pc:sldChg>
      <pc:sldChg chg="addSp delSp modSp new mod modClrScheme chgLayout">
        <pc:chgData name="Fahmida Hamid" userId="S::fhamid@callutheran.edu::575dc0a0-3c6d-400f-847b-a75a38d7fed1" providerId="AD" clId="Web-{363EF842-5A58-9F17-441E-A34724B3DA33}" dt="2026-09-08T15:37:13.145" v="312"/>
        <pc:sldMkLst>
          <pc:docMk/>
          <pc:sldMk cId="1052669011" sldId="264"/>
        </pc:sldMkLst>
        <pc:spChg chg="del mod">
          <ac:chgData name="Fahmida Hamid" userId="S::fhamid@callutheran.edu::575dc0a0-3c6d-400f-847b-a75a38d7fed1" providerId="AD" clId="Web-{363EF842-5A58-9F17-441E-A34724B3DA33}" dt="2026-09-08T03:05:02.257" v="61"/>
          <ac:spMkLst>
            <pc:docMk/>
            <pc:sldMk cId="1052669011" sldId="264"/>
            <ac:spMk id="2" creationId="{37D7F2C6-A4F0-77E8-3181-63714D67D3EF}"/>
          </ac:spMkLst>
        </pc:spChg>
        <pc:spChg chg="del mod">
          <ac:chgData name="Fahmida Hamid" userId="S::fhamid@callutheran.edu::575dc0a0-3c6d-400f-847b-a75a38d7fed1" providerId="AD" clId="Web-{363EF842-5A58-9F17-441E-A34724B3DA33}" dt="2026-09-08T03:05:02.257" v="61"/>
          <ac:spMkLst>
            <pc:docMk/>
            <pc:sldMk cId="1052669011" sldId="264"/>
            <ac:spMk id="3" creationId="{6E6F9885-389A-2453-5A65-51C4A7496AB2}"/>
          </ac:spMkLst>
        </pc:spChg>
        <pc:spChg chg="mod ord">
          <ac:chgData name="Fahmida Hamid" userId="S::fhamid@callutheran.edu::575dc0a0-3c6d-400f-847b-a75a38d7fed1" providerId="AD" clId="Web-{363EF842-5A58-9F17-441E-A34724B3DA33}" dt="2026-09-08T15:37:13.145" v="312"/>
          <ac:spMkLst>
            <pc:docMk/>
            <pc:sldMk cId="1052669011" sldId="264"/>
            <ac:spMk id="4" creationId="{C2AAFE70-BA1D-41B1-0212-E030103E70BB}"/>
          </ac:spMkLst>
        </pc:spChg>
        <pc:spChg chg="mod ord">
          <ac:chgData name="Fahmida Hamid" userId="S::fhamid@callutheran.edu::575dc0a0-3c6d-400f-847b-a75a38d7fed1" providerId="AD" clId="Web-{363EF842-5A58-9F17-441E-A34724B3DA33}" dt="2026-09-08T15:37:13.145" v="312"/>
          <ac:spMkLst>
            <pc:docMk/>
            <pc:sldMk cId="1052669011" sldId="264"/>
            <ac:spMk id="5" creationId="{ACA1F47B-9AA9-FAD7-591F-576ED38E6FBC}"/>
          </ac:spMkLst>
        </pc:spChg>
        <pc:spChg chg="mod ord">
          <ac:chgData name="Fahmida Hamid" userId="S::fhamid@callutheran.edu::575dc0a0-3c6d-400f-847b-a75a38d7fed1" providerId="AD" clId="Web-{363EF842-5A58-9F17-441E-A34724B3DA33}" dt="2026-09-08T15:37:13.145" v="312"/>
          <ac:spMkLst>
            <pc:docMk/>
            <pc:sldMk cId="1052669011" sldId="264"/>
            <ac:spMk id="6" creationId="{7B2FAA51-9FA5-128C-39F1-6B70F2CA5479}"/>
          </ac:spMkLst>
        </pc:spChg>
        <pc:picChg chg="add mod">
          <ac:chgData name="Fahmida Hamid" userId="S::fhamid@callutheran.edu::575dc0a0-3c6d-400f-847b-a75a38d7fed1" providerId="AD" clId="Web-{363EF842-5A58-9F17-441E-A34724B3DA33}" dt="2026-09-08T03:07:36.415" v="66" actId="1076"/>
          <ac:picMkLst>
            <pc:docMk/>
            <pc:sldMk cId="1052669011" sldId="264"/>
            <ac:picMk id="7" creationId="{20921E54-AEBF-50E0-CDDC-556B1F809FBE}"/>
          </ac:picMkLst>
        </pc:picChg>
      </pc:sldChg>
      <pc:sldChg chg="addSp delSp modSp new mod modClrScheme chgLayout">
        <pc:chgData name="Fahmida Hamid" userId="S::fhamid@callutheran.edu::575dc0a0-3c6d-400f-847b-a75a38d7fed1" providerId="AD" clId="Web-{363EF842-5A58-9F17-441E-A34724B3DA33}" dt="2026-09-08T15:37:13.145" v="312"/>
        <pc:sldMkLst>
          <pc:docMk/>
          <pc:sldMk cId="265875750" sldId="265"/>
        </pc:sldMkLst>
        <pc:spChg chg="mod ord">
          <ac:chgData name="Fahmida Hamid" userId="S::fhamid@callutheran.edu::575dc0a0-3c6d-400f-847b-a75a38d7fed1" providerId="AD" clId="Web-{363EF842-5A58-9F17-441E-A34724B3DA33}" dt="2026-09-08T15:37:13.145" v="312"/>
          <ac:spMkLst>
            <pc:docMk/>
            <pc:sldMk cId="265875750" sldId="265"/>
            <ac:spMk id="2" creationId="{F7EB5F07-0A06-468A-52B4-127C6833E146}"/>
          </ac:spMkLst>
        </pc:spChg>
        <pc:spChg chg="del mod">
          <ac:chgData name="Fahmida Hamid" userId="S::fhamid@callutheran.edu::575dc0a0-3c6d-400f-847b-a75a38d7fed1" providerId="AD" clId="Web-{363EF842-5A58-9F17-441E-A34724B3DA33}" dt="2026-09-08T12:28:01.006" v="112"/>
          <ac:spMkLst>
            <pc:docMk/>
            <pc:sldMk cId="265875750" sldId="265"/>
            <ac:spMk id="3" creationId="{DAC1EFC5-DA39-8B4D-E19D-E82C655B0AA2}"/>
          </ac:spMkLst>
        </pc:spChg>
        <pc:spChg chg="mod ord">
          <ac:chgData name="Fahmida Hamid" userId="S::fhamid@callutheran.edu::575dc0a0-3c6d-400f-847b-a75a38d7fed1" providerId="AD" clId="Web-{363EF842-5A58-9F17-441E-A34724B3DA33}" dt="2026-09-08T15:37:13.145" v="312"/>
          <ac:spMkLst>
            <pc:docMk/>
            <pc:sldMk cId="265875750" sldId="265"/>
            <ac:spMk id="4" creationId="{460004D6-5F2B-1517-427C-A224EDB07F86}"/>
          </ac:spMkLst>
        </pc:spChg>
        <pc:spChg chg="mod ord">
          <ac:chgData name="Fahmida Hamid" userId="S::fhamid@callutheran.edu::575dc0a0-3c6d-400f-847b-a75a38d7fed1" providerId="AD" clId="Web-{363EF842-5A58-9F17-441E-A34724B3DA33}" dt="2026-09-08T15:37:13.145" v="312"/>
          <ac:spMkLst>
            <pc:docMk/>
            <pc:sldMk cId="265875750" sldId="265"/>
            <ac:spMk id="5" creationId="{81C8579E-4A86-2860-2A53-947012A73966}"/>
          </ac:spMkLst>
        </pc:spChg>
        <pc:spChg chg="mod ord">
          <ac:chgData name="Fahmida Hamid" userId="S::fhamid@callutheran.edu::575dc0a0-3c6d-400f-847b-a75a38d7fed1" providerId="AD" clId="Web-{363EF842-5A58-9F17-441E-A34724B3DA33}" dt="2026-09-08T15:37:13.145" v="312"/>
          <ac:spMkLst>
            <pc:docMk/>
            <pc:sldMk cId="265875750" sldId="265"/>
            <ac:spMk id="6" creationId="{F54143A6-3B47-206F-0F93-A3B23E6BB3E4}"/>
          </ac:spMkLst>
        </pc:spChg>
        <pc:spChg chg="add del mod">
          <ac:chgData name="Fahmida Hamid" userId="S::fhamid@callutheran.edu::575dc0a0-3c6d-400f-847b-a75a38d7fed1" providerId="AD" clId="Web-{363EF842-5A58-9F17-441E-A34724B3DA33}" dt="2026-09-08T12:28:19.507" v="115"/>
          <ac:spMkLst>
            <pc:docMk/>
            <pc:sldMk cId="265875750" sldId="265"/>
            <ac:spMk id="12" creationId="{D95F7B7D-843F-058D-F685-38D2DDF501F7}"/>
          </ac:spMkLst>
        </pc:spChg>
        <pc:picChg chg="add mod ord">
          <ac:chgData name="Fahmida Hamid" userId="S::fhamid@callutheran.edu::575dc0a0-3c6d-400f-847b-a75a38d7fed1" providerId="AD" clId="Web-{363EF842-5A58-9F17-441E-A34724B3DA33}" dt="2026-09-08T15:37:13.145" v="312"/>
          <ac:picMkLst>
            <pc:docMk/>
            <pc:sldMk cId="265875750" sldId="265"/>
            <ac:picMk id="7" creationId="{9BAC73F2-8FA2-4C2E-D26E-8B44B9D39DB8}"/>
          </ac:picMkLst>
        </pc:picChg>
      </pc:sldChg>
      <pc:sldChg chg="addSp delSp modSp new mod modClrScheme chgLayout">
        <pc:chgData name="Fahmida Hamid" userId="S::fhamid@callutheran.edu::575dc0a0-3c6d-400f-847b-a75a38d7fed1" providerId="AD" clId="Web-{363EF842-5A58-9F17-441E-A34724B3DA33}" dt="2026-09-08T15:37:13.145" v="312"/>
        <pc:sldMkLst>
          <pc:docMk/>
          <pc:sldMk cId="1223082907" sldId="266"/>
        </pc:sldMkLst>
        <pc:spChg chg="del">
          <ac:chgData name="Fahmida Hamid" userId="S::fhamid@callutheran.edu::575dc0a0-3c6d-400f-847b-a75a38d7fed1" providerId="AD" clId="Web-{363EF842-5A58-9F17-441E-A34724B3DA33}" dt="2026-09-08T12:24:51.929" v="104"/>
          <ac:spMkLst>
            <pc:docMk/>
            <pc:sldMk cId="1223082907" sldId="266"/>
            <ac:spMk id="2" creationId="{7B71943E-6EAB-17EE-28CE-1FD77CACE299}"/>
          </ac:spMkLst>
        </pc:spChg>
        <pc:spChg chg="del">
          <ac:chgData name="Fahmida Hamid" userId="S::fhamid@callutheran.edu::575dc0a0-3c6d-400f-847b-a75a38d7fed1" providerId="AD" clId="Web-{363EF842-5A58-9F17-441E-A34724B3DA33}" dt="2026-09-08T12:24:51.929" v="104"/>
          <ac:spMkLst>
            <pc:docMk/>
            <pc:sldMk cId="1223082907" sldId="266"/>
            <ac:spMk id="3" creationId="{7B95659A-B456-630C-4B70-423EE67EF758}"/>
          </ac:spMkLst>
        </pc:spChg>
        <pc:spChg chg="mod ord modVis">
          <ac:chgData name="Fahmida Hamid" userId="S::fhamid@callutheran.edu::575dc0a0-3c6d-400f-847b-a75a38d7fed1" providerId="AD" clId="Web-{363EF842-5A58-9F17-441E-A34724B3DA33}" dt="2026-09-08T15:37:13.145" v="312"/>
          <ac:spMkLst>
            <pc:docMk/>
            <pc:sldMk cId="1223082907" sldId="266"/>
            <ac:spMk id="4" creationId="{94AD2DC1-3E81-54BD-F5D3-82535954F0F5}"/>
          </ac:spMkLst>
        </pc:spChg>
        <pc:spChg chg="mod ord">
          <ac:chgData name="Fahmida Hamid" userId="S::fhamid@callutheran.edu::575dc0a0-3c6d-400f-847b-a75a38d7fed1" providerId="AD" clId="Web-{363EF842-5A58-9F17-441E-A34724B3DA33}" dt="2026-09-08T15:37:13.145" v="312"/>
          <ac:spMkLst>
            <pc:docMk/>
            <pc:sldMk cId="1223082907" sldId="266"/>
            <ac:spMk id="5" creationId="{05D03AA1-8CFA-290F-1280-45B0C7DB62B7}"/>
          </ac:spMkLst>
        </pc:spChg>
        <pc:spChg chg="mod ord modVis">
          <ac:chgData name="Fahmida Hamid" userId="S::fhamid@callutheran.edu::575dc0a0-3c6d-400f-847b-a75a38d7fed1" providerId="AD" clId="Web-{363EF842-5A58-9F17-441E-A34724B3DA33}" dt="2026-09-08T15:37:13.145" v="312"/>
          <ac:spMkLst>
            <pc:docMk/>
            <pc:sldMk cId="1223082907" sldId="266"/>
            <ac:spMk id="6" creationId="{3E528FDA-6629-13F4-BB6C-BDA51F1CB4F5}"/>
          </ac:spMkLst>
        </pc:spChg>
        <pc:picChg chg="add del mod ord">
          <ac:chgData name="Fahmida Hamid" userId="S::fhamid@callutheran.edu::575dc0a0-3c6d-400f-847b-a75a38d7fed1" providerId="AD" clId="Web-{363EF842-5A58-9F17-441E-A34724B3DA33}" dt="2026-09-08T13:03:44.412" v="197"/>
          <ac:picMkLst>
            <pc:docMk/>
            <pc:sldMk cId="1223082907" sldId="266"/>
            <ac:picMk id="7" creationId="{C70B36BC-1ECB-4792-7B6A-49DE2261E751}"/>
          </ac:picMkLst>
        </pc:picChg>
        <pc:picChg chg="add mod">
          <ac:chgData name="Fahmida Hamid" userId="S::fhamid@callutheran.edu::575dc0a0-3c6d-400f-847b-a75a38d7fed1" providerId="AD" clId="Web-{363EF842-5A58-9F17-441E-A34724B3DA33}" dt="2026-09-08T13:03:53.960" v="198"/>
          <ac:picMkLst>
            <pc:docMk/>
            <pc:sldMk cId="1223082907" sldId="266"/>
            <ac:picMk id="8" creationId="{31BEA15B-F4E0-B019-312C-646C48B63C1A}"/>
          </ac:picMkLst>
        </pc:picChg>
      </pc:sldChg>
      <pc:sldChg chg="delSp modSp new del mod modClrScheme chgLayout">
        <pc:chgData name="Fahmida Hamid" userId="S::fhamid@callutheran.edu::575dc0a0-3c6d-400f-847b-a75a38d7fed1" providerId="AD" clId="Web-{363EF842-5A58-9F17-441E-A34724B3DA33}" dt="2026-09-08T12:47:05.464" v="196"/>
        <pc:sldMkLst>
          <pc:docMk/>
          <pc:sldMk cId="344473378" sldId="267"/>
        </pc:sldMkLst>
        <pc:spChg chg="del mod ord">
          <ac:chgData name="Fahmida Hamid" userId="S::fhamid@callutheran.edu::575dc0a0-3c6d-400f-847b-a75a38d7fed1" providerId="AD" clId="Web-{363EF842-5A58-9F17-441E-A34724B3DA33}" dt="2026-09-08T12:32:48.308" v="128"/>
          <ac:spMkLst>
            <pc:docMk/>
            <pc:sldMk cId="344473378" sldId="267"/>
            <ac:spMk id="2" creationId="{37F2DA9E-665A-21F4-B3DB-6BF068BECEDF}"/>
          </ac:spMkLst>
        </pc:spChg>
        <pc:spChg chg="mod ord">
          <ac:chgData name="Fahmida Hamid" userId="S::fhamid@callutheran.edu::575dc0a0-3c6d-400f-847b-a75a38d7fed1" providerId="AD" clId="Web-{363EF842-5A58-9F17-441E-A34724B3DA33}" dt="2026-09-08T12:32:51.449" v="129" actId="14100"/>
          <ac:spMkLst>
            <pc:docMk/>
            <pc:sldMk cId="344473378" sldId="267"/>
            <ac:spMk id="3" creationId="{5DEC3BED-8A6D-8E41-06BD-423663D08A6E}"/>
          </ac:spMkLst>
        </pc:spChg>
        <pc:spChg chg="del">
          <ac:chgData name="Fahmida Hamid" userId="S::fhamid@callutheran.edu::575dc0a0-3c6d-400f-847b-a75a38d7fed1" providerId="AD" clId="Web-{363EF842-5A58-9F17-441E-A34724B3DA33}" dt="2026-09-08T12:32:35.010" v="123"/>
          <ac:spMkLst>
            <pc:docMk/>
            <pc:sldMk cId="344473378" sldId="267"/>
            <ac:spMk id="4" creationId="{73A6C292-CF3C-8AE0-4ED4-9519A7C99034}"/>
          </ac:spMkLst>
        </pc:spChg>
        <pc:spChg chg="mod ord">
          <ac:chgData name="Fahmida Hamid" userId="S::fhamid@callutheran.edu::575dc0a0-3c6d-400f-847b-a75a38d7fed1" providerId="AD" clId="Web-{363EF842-5A58-9F17-441E-A34724B3DA33}" dt="2026-09-08T12:32:35.010" v="123"/>
          <ac:spMkLst>
            <pc:docMk/>
            <pc:sldMk cId="344473378" sldId="267"/>
            <ac:spMk id="5" creationId="{282CB3F7-488C-10B8-EDC2-1E3AD12C8991}"/>
          </ac:spMkLst>
        </pc:spChg>
        <pc:spChg chg="mod ord">
          <ac:chgData name="Fahmida Hamid" userId="S::fhamid@callutheran.edu::575dc0a0-3c6d-400f-847b-a75a38d7fed1" providerId="AD" clId="Web-{363EF842-5A58-9F17-441E-A34724B3DA33}" dt="2026-09-08T12:32:35.010" v="123"/>
          <ac:spMkLst>
            <pc:docMk/>
            <pc:sldMk cId="344473378" sldId="267"/>
            <ac:spMk id="6" creationId="{B742C50A-D03F-3352-6412-F92C0CEC5C1C}"/>
          </ac:spMkLst>
        </pc:spChg>
        <pc:spChg chg="mod ord">
          <ac:chgData name="Fahmida Hamid" userId="S::fhamid@callutheran.edu::575dc0a0-3c6d-400f-847b-a75a38d7fed1" providerId="AD" clId="Web-{363EF842-5A58-9F17-441E-A34724B3DA33}" dt="2026-09-08T12:32:35.010" v="123"/>
          <ac:spMkLst>
            <pc:docMk/>
            <pc:sldMk cId="344473378" sldId="267"/>
            <ac:spMk id="7" creationId="{EE70AB22-1F99-907A-57E3-CF35D1C22EC6}"/>
          </ac:spMkLst>
        </pc:spChg>
      </pc:sldChg>
      <pc:sldChg chg="modSp new mod modClrScheme chgLayout">
        <pc:chgData name="Fahmida Hamid" userId="S::fhamid@callutheran.edu::575dc0a0-3c6d-400f-847b-a75a38d7fed1" providerId="AD" clId="Web-{363EF842-5A58-9F17-441E-A34724B3DA33}" dt="2026-09-08T15:37:13.145" v="312"/>
        <pc:sldMkLst>
          <pc:docMk/>
          <pc:sldMk cId="3475550063" sldId="268"/>
        </pc:sldMkLst>
        <pc:spChg chg="mod ord">
          <ac:chgData name="Fahmida Hamid" userId="S::fhamid@callutheran.edu::575dc0a0-3c6d-400f-847b-a75a38d7fed1" providerId="AD" clId="Web-{363EF842-5A58-9F17-441E-A34724B3DA33}" dt="2026-09-08T15:37:13.145" v="312"/>
          <ac:spMkLst>
            <pc:docMk/>
            <pc:sldMk cId="3475550063" sldId="268"/>
            <ac:spMk id="2" creationId="{8D04B7BD-37E9-5936-A71E-0B00AA782975}"/>
          </ac:spMkLst>
        </pc:spChg>
        <pc:spChg chg="mod ord">
          <ac:chgData name="Fahmida Hamid" userId="S::fhamid@callutheran.edu::575dc0a0-3c6d-400f-847b-a75a38d7fed1" providerId="AD" clId="Web-{363EF842-5A58-9F17-441E-A34724B3DA33}" dt="2026-09-08T15:37:13.145" v="312"/>
          <ac:spMkLst>
            <pc:docMk/>
            <pc:sldMk cId="3475550063" sldId="268"/>
            <ac:spMk id="3" creationId="{AD4811D5-F585-7E30-9650-4F9E65884EC7}"/>
          </ac:spMkLst>
        </pc:spChg>
        <pc:spChg chg="mod ord">
          <ac:chgData name="Fahmida Hamid" userId="S::fhamid@callutheran.edu::575dc0a0-3c6d-400f-847b-a75a38d7fed1" providerId="AD" clId="Web-{363EF842-5A58-9F17-441E-A34724B3DA33}" dt="2026-09-08T15:37:13.145" v="312"/>
          <ac:spMkLst>
            <pc:docMk/>
            <pc:sldMk cId="3475550063" sldId="268"/>
            <ac:spMk id="4" creationId="{56A72D90-822D-DB80-E555-9512A5FFC362}"/>
          </ac:spMkLst>
        </pc:spChg>
        <pc:spChg chg="mod ord">
          <ac:chgData name="Fahmida Hamid" userId="S::fhamid@callutheran.edu::575dc0a0-3c6d-400f-847b-a75a38d7fed1" providerId="AD" clId="Web-{363EF842-5A58-9F17-441E-A34724B3DA33}" dt="2026-09-08T15:37:13.145" v="312"/>
          <ac:spMkLst>
            <pc:docMk/>
            <pc:sldMk cId="3475550063" sldId="268"/>
            <ac:spMk id="5" creationId="{EED9B836-F7F7-4156-7854-2194D3CF2038}"/>
          </ac:spMkLst>
        </pc:spChg>
        <pc:spChg chg="mod ord">
          <ac:chgData name="Fahmida Hamid" userId="S::fhamid@callutheran.edu::575dc0a0-3c6d-400f-847b-a75a38d7fed1" providerId="AD" clId="Web-{363EF842-5A58-9F17-441E-A34724B3DA33}" dt="2026-09-08T15:37:13.145" v="312"/>
          <ac:spMkLst>
            <pc:docMk/>
            <pc:sldMk cId="3475550063" sldId="268"/>
            <ac:spMk id="6" creationId="{4D83C6EF-4B5C-E6E0-C61D-79303DB1CD95}"/>
          </ac:spMkLst>
        </pc:spChg>
      </pc:sldChg>
      <pc:sldChg chg="modSp new mod modClrScheme chgLayout">
        <pc:chgData name="Fahmida Hamid" userId="S::fhamid@callutheran.edu::575dc0a0-3c6d-400f-847b-a75a38d7fed1" providerId="AD" clId="Web-{363EF842-5A58-9F17-441E-A34724B3DA33}" dt="2026-09-08T15:37:13.145" v="312"/>
        <pc:sldMkLst>
          <pc:docMk/>
          <pc:sldMk cId="1916927708" sldId="269"/>
        </pc:sldMkLst>
        <pc:spChg chg="mod ord">
          <ac:chgData name="Fahmida Hamid" userId="S::fhamid@callutheran.edu::575dc0a0-3c6d-400f-847b-a75a38d7fed1" providerId="AD" clId="Web-{363EF842-5A58-9F17-441E-A34724B3DA33}" dt="2026-09-08T15:37:13.145" v="312"/>
          <ac:spMkLst>
            <pc:docMk/>
            <pc:sldMk cId="1916927708" sldId="269"/>
            <ac:spMk id="2" creationId="{AC689236-6FF3-E2EA-D6A7-C7C848B43D2C}"/>
          </ac:spMkLst>
        </pc:spChg>
        <pc:spChg chg="mod ord">
          <ac:chgData name="Fahmida Hamid" userId="S::fhamid@callutheran.edu::575dc0a0-3c6d-400f-847b-a75a38d7fed1" providerId="AD" clId="Web-{363EF842-5A58-9F17-441E-A34724B3DA33}" dt="2026-09-08T15:37:13.145" v="312"/>
          <ac:spMkLst>
            <pc:docMk/>
            <pc:sldMk cId="1916927708" sldId="269"/>
            <ac:spMk id="3" creationId="{C4F5D7EE-8C5C-E086-76DD-F7A68694E54E}"/>
          </ac:spMkLst>
        </pc:spChg>
        <pc:spChg chg="mod ord">
          <ac:chgData name="Fahmida Hamid" userId="S::fhamid@callutheran.edu::575dc0a0-3c6d-400f-847b-a75a38d7fed1" providerId="AD" clId="Web-{363EF842-5A58-9F17-441E-A34724B3DA33}" dt="2026-09-08T15:37:13.145" v="312"/>
          <ac:spMkLst>
            <pc:docMk/>
            <pc:sldMk cId="1916927708" sldId="269"/>
            <ac:spMk id="4" creationId="{1C8EE952-1FAB-71B7-54D8-9CD4D456AF6C}"/>
          </ac:spMkLst>
        </pc:spChg>
        <pc:spChg chg="mod ord">
          <ac:chgData name="Fahmida Hamid" userId="S::fhamid@callutheran.edu::575dc0a0-3c6d-400f-847b-a75a38d7fed1" providerId="AD" clId="Web-{363EF842-5A58-9F17-441E-A34724B3DA33}" dt="2026-09-08T15:37:13.145" v="312"/>
          <ac:spMkLst>
            <pc:docMk/>
            <pc:sldMk cId="1916927708" sldId="269"/>
            <ac:spMk id="5" creationId="{1A24FE7B-B962-B9E1-5B0F-0A5BF7C2A98C}"/>
          </ac:spMkLst>
        </pc:spChg>
        <pc:spChg chg="mod ord">
          <ac:chgData name="Fahmida Hamid" userId="S::fhamid@callutheran.edu::575dc0a0-3c6d-400f-847b-a75a38d7fed1" providerId="AD" clId="Web-{363EF842-5A58-9F17-441E-A34724B3DA33}" dt="2026-09-08T15:37:13.145" v="312"/>
          <ac:spMkLst>
            <pc:docMk/>
            <pc:sldMk cId="1916927708" sldId="269"/>
            <ac:spMk id="6" creationId="{C4312E2F-ED89-6C02-1C29-A8DE2E1208C5}"/>
          </ac:spMkLst>
        </pc:spChg>
      </pc:sldChg>
      <pc:sldChg chg="modSp new mod modClrScheme chgLayout">
        <pc:chgData name="Fahmida Hamid" userId="S::fhamid@callutheran.edu::575dc0a0-3c6d-400f-847b-a75a38d7fed1" providerId="AD" clId="Web-{363EF842-5A58-9F17-441E-A34724B3DA33}" dt="2026-09-08T15:38:15.380" v="318" actId="20577"/>
        <pc:sldMkLst>
          <pc:docMk/>
          <pc:sldMk cId="2053731325" sldId="270"/>
        </pc:sldMkLst>
        <pc:spChg chg="mod ord">
          <ac:chgData name="Fahmida Hamid" userId="S::fhamid@callutheran.edu::575dc0a0-3c6d-400f-847b-a75a38d7fed1" providerId="AD" clId="Web-{363EF842-5A58-9F17-441E-A34724B3DA33}" dt="2026-09-08T15:37:13.145" v="312"/>
          <ac:spMkLst>
            <pc:docMk/>
            <pc:sldMk cId="2053731325" sldId="270"/>
            <ac:spMk id="2" creationId="{04405E2F-74CA-0BA5-FCA3-125402327E1B}"/>
          </ac:spMkLst>
        </pc:spChg>
        <pc:spChg chg="mod ord">
          <ac:chgData name="Fahmida Hamid" userId="S::fhamid@callutheran.edu::575dc0a0-3c6d-400f-847b-a75a38d7fed1" providerId="AD" clId="Web-{363EF842-5A58-9F17-441E-A34724B3DA33}" dt="2026-09-08T15:38:15.380" v="318" actId="20577"/>
          <ac:spMkLst>
            <pc:docMk/>
            <pc:sldMk cId="2053731325" sldId="270"/>
            <ac:spMk id="3" creationId="{17FFCCB9-A8FE-3720-1C05-9A4F0DA2FD25}"/>
          </ac:spMkLst>
        </pc:spChg>
        <pc:spChg chg="mod ord">
          <ac:chgData name="Fahmida Hamid" userId="S::fhamid@callutheran.edu::575dc0a0-3c6d-400f-847b-a75a38d7fed1" providerId="AD" clId="Web-{363EF842-5A58-9F17-441E-A34724B3DA33}" dt="2026-09-08T15:37:13.145" v="312"/>
          <ac:spMkLst>
            <pc:docMk/>
            <pc:sldMk cId="2053731325" sldId="270"/>
            <ac:spMk id="4" creationId="{633B76CD-A062-795A-793F-CAF26FFABE9D}"/>
          </ac:spMkLst>
        </pc:spChg>
        <pc:spChg chg="mod ord">
          <ac:chgData name="Fahmida Hamid" userId="S::fhamid@callutheran.edu::575dc0a0-3c6d-400f-847b-a75a38d7fed1" providerId="AD" clId="Web-{363EF842-5A58-9F17-441E-A34724B3DA33}" dt="2026-09-08T15:37:13.145" v="312"/>
          <ac:spMkLst>
            <pc:docMk/>
            <pc:sldMk cId="2053731325" sldId="270"/>
            <ac:spMk id="5" creationId="{8385D842-43D6-9C0C-8CB9-E1B4A7B95F4B}"/>
          </ac:spMkLst>
        </pc:spChg>
        <pc:spChg chg="mod ord">
          <ac:chgData name="Fahmida Hamid" userId="S::fhamid@callutheran.edu::575dc0a0-3c6d-400f-847b-a75a38d7fed1" providerId="AD" clId="Web-{363EF842-5A58-9F17-441E-A34724B3DA33}" dt="2026-09-08T15:37:13.145" v="312"/>
          <ac:spMkLst>
            <pc:docMk/>
            <pc:sldMk cId="2053731325" sldId="270"/>
            <ac:spMk id="6" creationId="{1DB3311A-0E18-44BF-875D-A878FFF86E83}"/>
          </ac:spMkLst>
        </pc:spChg>
      </pc:sldChg>
      <pc:sldChg chg="modSp new mod modClrScheme chgLayout">
        <pc:chgData name="Fahmida Hamid" userId="S::fhamid@callutheran.edu::575dc0a0-3c6d-400f-847b-a75a38d7fed1" providerId="AD" clId="Web-{363EF842-5A58-9F17-441E-A34724B3DA33}" dt="2026-09-08T15:40:28.599" v="321" actId="20577"/>
        <pc:sldMkLst>
          <pc:docMk/>
          <pc:sldMk cId="3368658482" sldId="271"/>
        </pc:sldMkLst>
        <pc:spChg chg="mod ord">
          <ac:chgData name="Fahmida Hamid" userId="S::fhamid@callutheran.edu::575dc0a0-3c6d-400f-847b-a75a38d7fed1" providerId="AD" clId="Web-{363EF842-5A58-9F17-441E-A34724B3DA33}" dt="2026-09-08T15:37:13.145" v="312"/>
          <ac:spMkLst>
            <pc:docMk/>
            <pc:sldMk cId="3368658482" sldId="271"/>
            <ac:spMk id="2" creationId="{1F1A8765-FF94-A283-6B71-3B4C766466CA}"/>
          </ac:spMkLst>
        </pc:spChg>
        <pc:spChg chg="mod ord">
          <ac:chgData name="Fahmida Hamid" userId="S::fhamid@callutheran.edu::575dc0a0-3c6d-400f-847b-a75a38d7fed1" providerId="AD" clId="Web-{363EF842-5A58-9F17-441E-A34724B3DA33}" dt="2026-09-08T15:40:28.599" v="321" actId="20577"/>
          <ac:spMkLst>
            <pc:docMk/>
            <pc:sldMk cId="3368658482" sldId="271"/>
            <ac:spMk id="3" creationId="{23D8B9E1-15B8-39DC-D578-DAD583E9210A}"/>
          </ac:spMkLst>
        </pc:spChg>
        <pc:spChg chg="mod ord">
          <ac:chgData name="Fahmida Hamid" userId="S::fhamid@callutheran.edu::575dc0a0-3c6d-400f-847b-a75a38d7fed1" providerId="AD" clId="Web-{363EF842-5A58-9F17-441E-A34724B3DA33}" dt="2026-09-08T15:37:13.145" v="312"/>
          <ac:spMkLst>
            <pc:docMk/>
            <pc:sldMk cId="3368658482" sldId="271"/>
            <ac:spMk id="4" creationId="{EF7434B0-C072-6228-0401-C168850E7A07}"/>
          </ac:spMkLst>
        </pc:spChg>
        <pc:spChg chg="mod ord">
          <ac:chgData name="Fahmida Hamid" userId="S::fhamid@callutheran.edu::575dc0a0-3c6d-400f-847b-a75a38d7fed1" providerId="AD" clId="Web-{363EF842-5A58-9F17-441E-A34724B3DA33}" dt="2026-09-08T15:37:13.145" v="312"/>
          <ac:spMkLst>
            <pc:docMk/>
            <pc:sldMk cId="3368658482" sldId="271"/>
            <ac:spMk id="5" creationId="{7B49C9FD-A67D-22B2-FCA3-03385EF4850B}"/>
          </ac:spMkLst>
        </pc:spChg>
        <pc:spChg chg="mod ord">
          <ac:chgData name="Fahmida Hamid" userId="S::fhamid@callutheran.edu::575dc0a0-3c6d-400f-847b-a75a38d7fed1" providerId="AD" clId="Web-{363EF842-5A58-9F17-441E-A34724B3DA33}" dt="2026-09-08T15:37:13.145" v="312"/>
          <ac:spMkLst>
            <pc:docMk/>
            <pc:sldMk cId="3368658482" sldId="271"/>
            <ac:spMk id="6" creationId="{43D33B1A-CEF6-6D9B-DBF8-F920F7D4544B}"/>
          </ac:spMkLst>
        </pc:spChg>
      </pc:sldChg>
      <pc:sldChg chg="addSp delSp modSp new mod modClrScheme chgLayout">
        <pc:chgData name="Fahmida Hamid" userId="S::fhamid@callutheran.edu::575dc0a0-3c6d-400f-847b-a75a38d7fed1" providerId="AD" clId="Web-{363EF842-5A58-9F17-441E-A34724B3DA33}" dt="2026-09-08T15:37:13.145" v="312"/>
        <pc:sldMkLst>
          <pc:docMk/>
          <pc:sldMk cId="3464088356" sldId="272"/>
        </pc:sldMkLst>
        <pc:spChg chg="mod ord">
          <ac:chgData name="Fahmida Hamid" userId="S::fhamid@callutheran.edu::575dc0a0-3c6d-400f-847b-a75a38d7fed1" providerId="AD" clId="Web-{363EF842-5A58-9F17-441E-A34724B3DA33}" dt="2026-09-08T15:37:13.145" v="312"/>
          <ac:spMkLst>
            <pc:docMk/>
            <pc:sldMk cId="3464088356" sldId="272"/>
            <ac:spMk id="2" creationId="{E662BC83-093F-EFF3-1C5D-175A6752560C}"/>
          </ac:spMkLst>
        </pc:spChg>
        <pc:spChg chg="mod ord">
          <ac:chgData name="Fahmida Hamid" userId="S::fhamid@callutheran.edu::575dc0a0-3c6d-400f-847b-a75a38d7fed1" providerId="AD" clId="Web-{363EF842-5A58-9F17-441E-A34724B3DA33}" dt="2026-09-08T15:37:13.145" v="312"/>
          <ac:spMkLst>
            <pc:docMk/>
            <pc:sldMk cId="3464088356" sldId="272"/>
            <ac:spMk id="3" creationId="{7C412EC5-D3AE-6FB1-14C4-F1B32B6EA082}"/>
          </ac:spMkLst>
        </pc:spChg>
        <pc:spChg chg="mod ord">
          <ac:chgData name="Fahmida Hamid" userId="S::fhamid@callutheran.edu::575dc0a0-3c6d-400f-847b-a75a38d7fed1" providerId="AD" clId="Web-{363EF842-5A58-9F17-441E-A34724B3DA33}" dt="2026-09-08T15:37:13.145" v="312"/>
          <ac:spMkLst>
            <pc:docMk/>
            <pc:sldMk cId="3464088356" sldId="272"/>
            <ac:spMk id="4" creationId="{E786FCA9-AA40-C5DD-A3CA-6F56826F21AF}"/>
          </ac:spMkLst>
        </pc:spChg>
        <pc:spChg chg="add mod ord">
          <ac:chgData name="Fahmida Hamid" userId="S::fhamid@callutheran.edu::575dc0a0-3c6d-400f-847b-a75a38d7fed1" providerId="AD" clId="Web-{363EF842-5A58-9F17-441E-A34724B3DA33}" dt="2026-09-08T15:37:13.145" v="312"/>
          <ac:spMkLst>
            <pc:docMk/>
            <pc:sldMk cId="3464088356" sldId="272"/>
            <ac:spMk id="5" creationId="{F7D08F5A-59E0-6B54-F622-F6743A779F9A}"/>
          </ac:spMkLst>
        </pc:spChg>
        <pc:spChg chg="add del mod ord">
          <ac:chgData name="Fahmida Hamid" userId="S::fhamid@callutheran.edu::575dc0a0-3c6d-400f-847b-a75a38d7fed1" providerId="AD" clId="Web-{363EF842-5A58-9F17-441E-A34724B3DA33}" dt="2026-09-08T15:36:25.833" v="295"/>
          <ac:spMkLst>
            <pc:docMk/>
            <pc:sldMk cId="3464088356" sldId="272"/>
            <ac:spMk id="6" creationId="{6BA6DF80-1861-7EAD-355D-DA194705F467}"/>
          </ac:spMkLst>
        </pc:spChg>
        <pc:spChg chg="add mod">
          <ac:chgData name="Fahmida Hamid" userId="S::fhamid@callutheran.edu::575dc0a0-3c6d-400f-847b-a75a38d7fed1" providerId="AD" clId="Web-{363EF842-5A58-9F17-441E-A34724B3DA33}" dt="2026-09-08T15:37:01.333" v="311" actId="20577"/>
          <ac:spMkLst>
            <pc:docMk/>
            <pc:sldMk cId="3464088356" sldId="272"/>
            <ac:spMk id="7" creationId="{C3119A3E-F10D-99D4-8780-4A2E998BB2AD}"/>
          </ac:spMkLst>
        </pc:spChg>
      </pc:sldChg>
      <pc:sldMasterChg chg="del delSldLayout">
        <pc:chgData name="Fahmida Hamid" userId="S::fhamid@callutheran.edu::575dc0a0-3c6d-400f-847b-a75a38d7fed1" providerId="AD" clId="Web-{363EF842-5A58-9F17-441E-A34724B3DA33}" dt="2026-09-08T15:37:13.145" v="312"/>
        <pc:sldMasterMkLst>
          <pc:docMk/>
          <pc:sldMasterMk cId="1238526618" sldId="2147483783"/>
        </pc:sldMasterMkLst>
        <pc:sldLayoutChg chg="del">
          <pc:chgData name="Fahmida Hamid" userId="S::fhamid@callutheran.edu::575dc0a0-3c6d-400f-847b-a75a38d7fed1" providerId="AD" clId="Web-{363EF842-5A58-9F17-441E-A34724B3DA33}" dt="2026-09-08T15:37:13.145" v="312"/>
          <pc:sldLayoutMkLst>
            <pc:docMk/>
            <pc:sldMasterMk cId="1238526618" sldId="2147483783"/>
            <pc:sldLayoutMk cId="228594082" sldId="2147483784"/>
          </pc:sldLayoutMkLst>
        </pc:sldLayoutChg>
        <pc:sldLayoutChg chg="del">
          <pc:chgData name="Fahmida Hamid" userId="S::fhamid@callutheran.edu::575dc0a0-3c6d-400f-847b-a75a38d7fed1" providerId="AD" clId="Web-{363EF842-5A58-9F17-441E-A34724B3DA33}" dt="2026-09-08T15:37:13.145" v="312"/>
          <pc:sldLayoutMkLst>
            <pc:docMk/>
            <pc:sldMasterMk cId="1238526618" sldId="2147483783"/>
            <pc:sldLayoutMk cId="1399649324" sldId="2147483785"/>
          </pc:sldLayoutMkLst>
        </pc:sldLayoutChg>
        <pc:sldLayoutChg chg="del">
          <pc:chgData name="Fahmida Hamid" userId="S::fhamid@callutheran.edu::575dc0a0-3c6d-400f-847b-a75a38d7fed1" providerId="AD" clId="Web-{363EF842-5A58-9F17-441E-A34724B3DA33}" dt="2026-09-08T15:37:13.145" v="312"/>
          <pc:sldLayoutMkLst>
            <pc:docMk/>
            <pc:sldMasterMk cId="1238526618" sldId="2147483783"/>
            <pc:sldLayoutMk cId="3670563322" sldId="2147483786"/>
          </pc:sldLayoutMkLst>
        </pc:sldLayoutChg>
        <pc:sldLayoutChg chg="del">
          <pc:chgData name="Fahmida Hamid" userId="S::fhamid@callutheran.edu::575dc0a0-3c6d-400f-847b-a75a38d7fed1" providerId="AD" clId="Web-{363EF842-5A58-9F17-441E-A34724B3DA33}" dt="2026-09-08T15:37:13.145" v="312"/>
          <pc:sldLayoutMkLst>
            <pc:docMk/>
            <pc:sldMasterMk cId="1238526618" sldId="2147483783"/>
            <pc:sldLayoutMk cId="974658939" sldId="2147483787"/>
          </pc:sldLayoutMkLst>
        </pc:sldLayoutChg>
        <pc:sldLayoutChg chg="del">
          <pc:chgData name="Fahmida Hamid" userId="S::fhamid@callutheran.edu::575dc0a0-3c6d-400f-847b-a75a38d7fed1" providerId="AD" clId="Web-{363EF842-5A58-9F17-441E-A34724B3DA33}" dt="2026-09-08T15:37:13.145" v="312"/>
          <pc:sldLayoutMkLst>
            <pc:docMk/>
            <pc:sldMasterMk cId="1238526618" sldId="2147483783"/>
            <pc:sldLayoutMk cId="3246083481" sldId="2147483788"/>
          </pc:sldLayoutMkLst>
        </pc:sldLayoutChg>
        <pc:sldLayoutChg chg="del">
          <pc:chgData name="Fahmida Hamid" userId="S::fhamid@callutheran.edu::575dc0a0-3c6d-400f-847b-a75a38d7fed1" providerId="AD" clId="Web-{363EF842-5A58-9F17-441E-A34724B3DA33}" dt="2026-09-08T15:37:13.145" v="312"/>
          <pc:sldLayoutMkLst>
            <pc:docMk/>
            <pc:sldMasterMk cId="1238526618" sldId="2147483783"/>
            <pc:sldLayoutMk cId="877526632" sldId="2147483789"/>
          </pc:sldLayoutMkLst>
        </pc:sldLayoutChg>
        <pc:sldLayoutChg chg="del">
          <pc:chgData name="Fahmida Hamid" userId="S::fhamid@callutheran.edu::575dc0a0-3c6d-400f-847b-a75a38d7fed1" providerId="AD" clId="Web-{363EF842-5A58-9F17-441E-A34724B3DA33}" dt="2026-09-08T15:37:13.145" v="312"/>
          <pc:sldLayoutMkLst>
            <pc:docMk/>
            <pc:sldMasterMk cId="1238526618" sldId="2147483783"/>
            <pc:sldLayoutMk cId="322408070" sldId="2147483790"/>
          </pc:sldLayoutMkLst>
        </pc:sldLayoutChg>
        <pc:sldLayoutChg chg="del">
          <pc:chgData name="Fahmida Hamid" userId="S::fhamid@callutheran.edu::575dc0a0-3c6d-400f-847b-a75a38d7fed1" providerId="AD" clId="Web-{363EF842-5A58-9F17-441E-A34724B3DA33}" dt="2026-09-08T15:37:13.145" v="312"/>
          <pc:sldLayoutMkLst>
            <pc:docMk/>
            <pc:sldMasterMk cId="1238526618" sldId="2147483783"/>
            <pc:sldLayoutMk cId="3467282953" sldId="2147483791"/>
          </pc:sldLayoutMkLst>
        </pc:sldLayoutChg>
        <pc:sldLayoutChg chg="del">
          <pc:chgData name="Fahmida Hamid" userId="S::fhamid@callutheran.edu::575dc0a0-3c6d-400f-847b-a75a38d7fed1" providerId="AD" clId="Web-{363EF842-5A58-9F17-441E-A34724B3DA33}" dt="2026-09-08T15:37:13.145" v="312"/>
          <pc:sldLayoutMkLst>
            <pc:docMk/>
            <pc:sldMasterMk cId="1238526618" sldId="2147483783"/>
            <pc:sldLayoutMk cId="2753268246" sldId="2147483792"/>
          </pc:sldLayoutMkLst>
        </pc:sldLayoutChg>
        <pc:sldLayoutChg chg="del">
          <pc:chgData name="Fahmida Hamid" userId="S::fhamid@callutheran.edu::575dc0a0-3c6d-400f-847b-a75a38d7fed1" providerId="AD" clId="Web-{363EF842-5A58-9F17-441E-A34724B3DA33}" dt="2026-09-08T15:37:13.145" v="312"/>
          <pc:sldLayoutMkLst>
            <pc:docMk/>
            <pc:sldMasterMk cId="1238526618" sldId="2147483783"/>
            <pc:sldLayoutMk cId="440227727" sldId="2147483793"/>
          </pc:sldLayoutMkLst>
        </pc:sldLayoutChg>
        <pc:sldLayoutChg chg="del">
          <pc:chgData name="Fahmida Hamid" userId="S::fhamid@callutheran.edu::575dc0a0-3c6d-400f-847b-a75a38d7fed1" providerId="AD" clId="Web-{363EF842-5A58-9F17-441E-A34724B3DA33}" dt="2026-09-08T15:37:13.145" v="312"/>
          <pc:sldLayoutMkLst>
            <pc:docMk/>
            <pc:sldMasterMk cId="1238526618" sldId="2147483783"/>
            <pc:sldLayoutMk cId="3727312277" sldId="2147483794"/>
          </pc:sldLayoutMkLst>
        </pc:sldLayoutChg>
      </pc:sldMasterChg>
      <pc:sldMasterChg chg="add addSldLayout modSldLayout">
        <pc:chgData name="Fahmida Hamid" userId="S::fhamid@callutheran.edu::575dc0a0-3c6d-400f-847b-a75a38d7fed1" providerId="AD" clId="Web-{363EF842-5A58-9F17-441E-A34724B3DA33}" dt="2026-09-08T15:37:13.145" v="312"/>
        <pc:sldMasterMkLst>
          <pc:docMk/>
          <pc:sldMasterMk cId="2711863375" sldId="2147483795"/>
        </pc:sldMasterMkLst>
        <pc:sldLayoutChg chg="add mod replId">
          <pc:chgData name="Fahmida Hamid" userId="S::fhamid@callutheran.edu::575dc0a0-3c6d-400f-847b-a75a38d7fed1" providerId="AD" clId="Web-{363EF842-5A58-9F17-441E-A34724B3DA33}" dt="2026-09-08T15:37:13.145" v="312"/>
          <pc:sldLayoutMkLst>
            <pc:docMk/>
            <pc:sldMasterMk cId="2711863375" sldId="2147483795"/>
            <pc:sldLayoutMk cId="2087680020" sldId="2147483796"/>
          </pc:sldLayoutMkLst>
        </pc:sldLayoutChg>
        <pc:sldLayoutChg chg="add mod replId">
          <pc:chgData name="Fahmida Hamid" userId="S::fhamid@callutheran.edu::575dc0a0-3c6d-400f-847b-a75a38d7fed1" providerId="AD" clId="Web-{363EF842-5A58-9F17-441E-A34724B3DA33}" dt="2026-09-08T15:37:13.145" v="312"/>
          <pc:sldLayoutMkLst>
            <pc:docMk/>
            <pc:sldMasterMk cId="2711863375" sldId="2147483795"/>
            <pc:sldLayoutMk cId="1363028356" sldId="2147483797"/>
          </pc:sldLayoutMkLst>
        </pc:sldLayoutChg>
        <pc:sldLayoutChg chg="add mod replId">
          <pc:chgData name="Fahmida Hamid" userId="S::fhamid@callutheran.edu::575dc0a0-3c6d-400f-847b-a75a38d7fed1" providerId="AD" clId="Web-{363EF842-5A58-9F17-441E-A34724B3DA33}" dt="2026-09-08T15:37:13.145" v="312"/>
          <pc:sldLayoutMkLst>
            <pc:docMk/>
            <pc:sldMasterMk cId="2711863375" sldId="2147483795"/>
            <pc:sldLayoutMk cId="3759783631" sldId="2147483798"/>
          </pc:sldLayoutMkLst>
        </pc:sldLayoutChg>
        <pc:sldLayoutChg chg="add mod replId">
          <pc:chgData name="Fahmida Hamid" userId="S::fhamid@callutheran.edu::575dc0a0-3c6d-400f-847b-a75a38d7fed1" providerId="AD" clId="Web-{363EF842-5A58-9F17-441E-A34724B3DA33}" dt="2026-09-08T15:37:13.145" v="312"/>
          <pc:sldLayoutMkLst>
            <pc:docMk/>
            <pc:sldMasterMk cId="2711863375" sldId="2147483795"/>
            <pc:sldLayoutMk cId="185363036" sldId="2147483799"/>
          </pc:sldLayoutMkLst>
        </pc:sldLayoutChg>
        <pc:sldLayoutChg chg="add mod replId">
          <pc:chgData name="Fahmida Hamid" userId="S::fhamid@callutheran.edu::575dc0a0-3c6d-400f-847b-a75a38d7fed1" providerId="AD" clId="Web-{363EF842-5A58-9F17-441E-A34724B3DA33}" dt="2026-09-08T15:37:13.145" v="312"/>
          <pc:sldLayoutMkLst>
            <pc:docMk/>
            <pc:sldMasterMk cId="2711863375" sldId="2147483795"/>
            <pc:sldLayoutMk cId="3968390987" sldId="2147483800"/>
          </pc:sldLayoutMkLst>
        </pc:sldLayoutChg>
        <pc:sldLayoutChg chg="add mod replId">
          <pc:chgData name="Fahmida Hamid" userId="S::fhamid@callutheran.edu::575dc0a0-3c6d-400f-847b-a75a38d7fed1" providerId="AD" clId="Web-{363EF842-5A58-9F17-441E-A34724B3DA33}" dt="2026-09-08T15:37:13.145" v="312"/>
          <pc:sldLayoutMkLst>
            <pc:docMk/>
            <pc:sldMasterMk cId="2711863375" sldId="2147483795"/>
            <pc:sldLayoutMk cId="2540182762" sldId="2147483801"/>
          </pc:sldLayoutMkLst>
        </pc:sldLayoutChg>
        <pc:sldLayoutChg chg="add mod replId">
          <pc:chgData name="Fahmida Hamid" userId="S::fhamid@callutheran.edu::575dc0a0-3c6d-400f-847b-a75a38d7fed1" providerId="AD" clId="Web-{363EF842-5A58-9F17-441E-A34724B3DA33}" dt="2026-09-08T15:37:13.145" v="312"/>
          <pc:sldLayoutMkLst>
            <pc:docMk/>
            <pc:sldMasterMk cId="2711863375" sldId="2147483795"/>
            <pc:sldLayoutMk cId="431785715" sldId="2147483802"/>
          </pc:sldLayoutMkLst>
        </pc:sldLayoutChg>
        <pc:sldLayoutChg chg="add mod replId">
          <pc:chgData name="Fahmida Hamid" userId="S::fhamid@callutheran.edu::575dc0a0-3c6d-400f-847b-a75a38d7fed1" providerId="AD" clId="Web-{363EF842-5A58-9F17-441E-A34724B3DA33}" dt="2026-09-08T15:37:13.145" v="312"/>
          <pc:sldLayoutMkLst>
            <pc:docMk/>
            <pc:sldMasterMk cId="2711863375" sldId="2147483795"/>
            <pc:sldLayoutMk cId="4174543242" sldId="2147483803"/>
          </pc:sldLayoutMkLst>
        </pc:sldLayoutChg>
        <pc:sldLayoutChg chg="add mod replId">
          <pc:chgData name="Fahmida Hamid" userId="S::fhamid@callutheran.edu::575dc0a0-3c6d-400f-847b-a75a38d7fed1" providerId="AD" clId="Web-{363EF842-5A58-9F17-441E-A34724B3DA33}" dt="2026-09-08T15:37:13.145" v="312"/>
          <pc:sldLayoutMkLst>
            <pc:docMk/>
            <pc:sldMasterMk cId="2711863375" sldId="2147483795"/>
            <pc:sldLayoutMk cId="1963700178" sldId="2147483804"/>
          </pc:sldLayoutMkLst>
        </pc:sldLayoutChg>
        <pc:sldLayoutChg chg="add mod replId">
          <pc:chgData name="Fahmida Hamid" userId="S::fhamid@callutheran.edu::575dc0a0-3c6d-400f-847b-a75a38d7fed1" providerId="AD" clId="Web-{363EF842-5A58-9F17-441E-A34724B3DA33}" dt="2026-09-08T15:37:13.145" v="312"/>
          <pc:sldLayoutMkLst>
            <pc:docMk/>
            <pc:sldMasterMk cId="2711863375" sldId="2147483795"/>
            <pc:sldLayoutMk cId="2753619282" sldId="2147483805"/>
          </pc:sldLayoutMkLst>
        </pc:sldLayoutChg>
        <pc:sldLayoutChg chg="add mod replId">
          <pc:chgData name="Fahmida Hamid" userId="S::fhamid@callutheran.edu::575dc0a0-3c6d-400f-847b-a75a38d7fed1" providerId="AD" clId="Web-{363EF842-5A58-9F17-441E-A34724B3DA33}" dt="2026-09-08T15:37:13.145" v="312"/>
          <pc:sldLayoutMkLst>
            <pc:docMk/>
            <pc:sldMasterMk cId="2711863375" sldId="2147483795"/>
            <pc:sldLayoutMk cId="3265441155" sldId="2147483806"/>
          </pc:sldLayoutMkLst>
        </pc:sldLayoutChg>
        <pc:sldLayoutChg chg="add mod replId">
          <pc:chgData name="Fahmida Hamid" userId="S::fhamid@callutheran.edu::575dc0a0-3c6d-400f-847b-a75a38d7fed1" providerId="AD" clId="Web-{363EF842-5A58-9F17-441E-A34724B3DA33}" dt="2026-09-08T15:37:13.145" v="312"/>
          <pc:sldLayoutMkLst>
            <pc:docMk/>
            <pc:sldMasterMk cId="2711863375" sldId="2147483795"/>
            <pc:sldLayoutMk cId="2931200606" sldId="2147483807"/>
          </pc:sldLayoutMkLst>
        </pc:sldLayoutChg>
        <pc:sldLayoutChg chg="add mod replId">
          <pc:chgData name="Fahmida Hamid" userId="S::fhamid@callutheran.edu::575dc0a0-3c6d-400f-847b-a75a38d7fed1" providerId="AD" clId="Web-{363EF842-5A58-9F17-441E-A34724B3DA33}" dt="2026-09-08T15:37:13.145" v="312"/>
          <pc:sldLayoutMkLst>
            <pc:docMk/>
            <pc:sldMasterMk cId="2711863375" sldId="2147483795"/>
            <pc:sldLayoutMk cId="2893697207" sldId="2147483808"/>
          </pc:sldLayoutMkLst>
        </pc:sldLayoutChg>
        <pc:sldLayoutChg chg="add mod replId">
          <pc:chgData name="Fahmida Hamid" userId="S::fhamid@callutheran.edu::575dc0a0-3c6d-400f-847b-a75a38d7fed1" providerId="AD" clId="Web-{363EF842-5A58-9F17-441E-A34724B3DA33}" dt="2026-09-08T15:37:13.145" v="312"/>
          <pc:sldLayoutMkLst>
            <pc:docMk/>
            <pc:sldMasterMk cId="2711863375" sldId="2147483795"/>
            <pc:sldLayoutMk cId="2124307602" sldId="2147483809"/>
          </pc:sldLayoutMkLst>
        </pc:sldLayoutChg>
        <pc:sldLayoutChg chg="add mod replId">
          <pc:chgData name="Fahmida Hamid" userId="S::fhamid@callutheran.edu::575dc0a0-3c6d-400f-847b-a75a38d7fed1" providerId="AD" clId="Web-{363EF842-5A58-9F17-441E-A34724B3DA33}" dt="2026-09-08T15:37:13.145" v="312"/>
          <pc:sldLayoutMkLst>
            <pc:docMk/>
            <pc:sldMasterMk cId="2711863375" sldId="2147483795"/>
            <pc:sldLayoutMk cId="1126666322" sldId="2147483810"/>
          </pc:sldLayoutMkLst>
        </pc:sldLayoutChg>
        <pc:sldLayoutChg chg="add mod replId">
          <pc:chgData name="Fahmida Hamid" userId="S::fhamid@callutheran.edu::575dc0a0-3c6d-400f-847b-a75a38d7fed1" providerId="AD" clId="Web-{363EF842-5A58-9F17-441E-A34724B3DA33}" dt="2026-09-08T15:37:13.145" v="312"/>
          <pc:sldLayoutMkLst>
            <pc:docMk/>
            <pc:sldMasterMk cId="2711863375" sldId="2147483795"/>
            <pc:sldLayoutMk cId="267753321" sldId="2147483811"/>
          </pc:sldLayoutMkLst>
        </pc:sldLayoutChg>
        <pc:sldLayoutChg chg="add mod replId">
          <pc:chgData name="Fahmida Hamid" userId="S::fhamid@callutheran.edu::575dc0a0-3c6d-400f-847b-a75a38d7fed1" providerId="AD" clId="Web-{363EF842-5A58-9F17-441E-A34724B3DA33}" dt="2026-09-08T15:37:13.145" v="312"/>
          <pc:sldLayoutMkLst>
            <pc:docMk/>
            <pc:sldMasterMk cId="2711863375" sldId="2147483795"/>
            <pc:sldLayoutMk cId="100265811" sldId="2147483812"/>
          </pc:sldLayoutMkLst>
        </pc:sldLayoutChg>
        <pc:sldLayoutChg chg="add mod replId">
          <pc:chgData name="Fahmida Hamid" userId="S::fhamid@callutheran.edu::575dc0a0-3c6d-400f-847b-a75a38d7fed1" providerId="AD" clId="Web-{363EF842-5A58-9F17-441E-A34724B3DA33}" dt="2026-09-08T15:37:13.145" v="312"/>
          <pc:sldLayoutMkLst>
            <pc:docMk/>
            <pc:sldMasterMk cId="2711863375" sldId="2147483795"/>
            <pc:sldLayoutMk cId="274417317" sldId="2147483813"/>
          </pc:sldLayoutMkLst>
        </pc:sldLayoutChg>
        <pc:sldLayoutChg chg="add mod replId">
          <pc:chgData name="Fahmida Hamid" userId="S::fhamid@callutheran.edu::575dc0a0-3c6d-400f-847b-a75a38d7fed1" providerId="AD" clId="Web-{363EF842-5A58-9F17-441E-A34724B3DA33}" dt="2026-09-08T15:37:13.145" v="312"/>
          <pc:sldLayoutMkLst>
            <pc:docMk/>
            <pc:sldMasterMk cId="2711863375" sldId="2147483795"/>
            <pc:sldLayoutMk cId="516319351" sldId="2147483814"/>
          </pc:sldLayoutMkLst>
        </pc:sldLayoutChg>
        <pc:sldLayoutChg chg="add mod replId">
          <pc:chgData name="Fahmida Hamid" userId="S::fhamid@callutheran.edu::575dc0a0-3c6d-400f-847b-a75a38d7fed1" providerId="AD" clId="Web-{363EF842-5A58-9F17-441E-A34724B3DA33}" dt="2026-09-08T15:37:13.145" v="312"/>
          <pc:sldLayoutMkLst>
            <pc:docMk/>
            <pc:sldMasterMk cId="2711863375" sldId="2147483795"/>
            <pc:sldLayoutMk cId="3963380634" sldId="2147483815"/>
          </pc:sldLayoutMkLst>
        </pc:sldLayoutChg>
        <pc:sldLayoutChg chg="add mod replId">
          <pc:chgData name="Fahmida Hamid" userId="S::fhamid@callutheran.edu::575dc0a0-3c6d-400f-847b-a75a38d7fed1" providerId="AD" clId="Web-{363EF842-5A58-9F17-441E-A34724B3DA33}" dt="2026-09-08T15:37:13.145" v="312"/>
          <pc:sldLayoutMkLst>
            <pc:docMk/>
            <pc:sldMasterMk cId="2711863375" sldId="2147483795"/>
            <pc:sldLayoutMk cId="3851567572" sldId="2147483816"/>
          </pc:sldLayoutMkLst>
        </pc:sldLayoutChg>
        <pc:sldLayoutChg chg="add mod replId">
          <pc:chgData name="Fahmida Hamid" userId="S::fhamid@callutheran.edu::575dc0a0-3c6d-400f-847b-a75a38d7fed1" providerId="AD" clId="Web-{363EF842-5A58-9F17-441E-A34724B3DA33}" dt="2026-09-08T15:37:13.145" v="312"/>
          <pc:sldLayoutMkLst>
            <pc:docMk/>
            <pc:sldMasterMk cId="2711863375" sldId="2147483795"/>
            <pc:sldLayoutMk cId="953963859" sldId="2147483817"/>
          </pc:sldLayoutMkLst>
        </pc:sldLayoutChg>
        <pc:sldLayoutChg chg="add mod replId">
          <pc:chgData name="Fahmida Hamid" userId="S::fhamid@callutheran.edu::575dc0a0-3c6d-400f-847b-a75a38d7fed1" providerId="AD" clId="Web-{363EF842-5A58-9F17-441E-A34724B3DA33}" dt="2026-09-08T15:37:13.145" v="312"/>
          <pc:sldLayoutMkLst>
            <pc:docMk/>
            <pc:sldMasterMk cId="2711863375" sldId="2147483795"/>
            <pc:sldLayoutMk cId="212671177" sldId="2147483818"/>
          </pc:sldLayoutMkLst>
        </pc:sldLayoutChg>
        <pc:sldLayoutChg chg="add mod replId">
          <pc:chgData name="Fahmida Hamid" userId="S::fhamid@callutheran.edu::575dc0a0-3c6d-400f-847b-a75a38d7fed1" providerId="AD" clId="Web-{363EF842-5A58-9F17-441E-A34724B3DA33}" dt="2026-09-08T15:37:13.145" v="312"/>
          <pc:sldLayoutMkLst>
            <pc:docMk/>
            <pc:sldMasterMk cId="2711863375" sldId="2147483795"/>
            <pc:sldLayoutMk cId="1935172914" sldId="2147483819"/>
          </pc:sldLayoutMkLst>
        </pc:sldLayoutChg>
        <pc:sldLayoutChg chg="add mod replId">
          <pc:chgData name="Fahmida Hamid" userId="S::fhamid@callutheran.edu::575dc0a0-3c6d-400f-847b-a75a38d7fed1" providerId="AD" clId="Web-{363EF842-5A58-9F17-441E-A34724B3DA33}" dt="2026-09-08T15:37:13.145" v="312"/>
          <pc:sldLayoutMkLst>
            <pc:docMk/>
            <pc:sldMasterMk cId="2711863375" sldId="2147483795"/>
            <pc:sldLayoutMk cId="2659665642" sldId="2147483820"/>
          </pc:sldLayoutMkLst>
        </pc:sldLayoutChg>
        <pc:sldLayoutChg chg="add mod replId">
          <pc:chgData name="Fahmida Hamid" userId="S::fhamid@callutheran.edu::575dc0a0-3c6d-400f-847b-a75a38d7fed1" providerId="AD" clId="Web-{363EF842-5A58-9F17-441E-A34724B3DA33}" dt="2026-09-08T15:37:13.145" v="312"/>
          <pc:sldLayoutMkLst>
            <pc:docMk/>
            <pc:sldMasterMk cId="2711863375" sldId="2147483795"/>
            <pc:sldLayoutMk cId="1480253965" sldId="2147483821"/>
          </pc:sldLayoutMkLst>
        </pc:sldLayoutChg>
        <pc:sldLayoutChg chg="add mod replId">
          <pc:chgData name="Fahmida Hamid" userId="S::fhamid@callutheran.edu::575dc0a0-3c6d-400f-847b-a75a38d7fed1" providerId="AD" clId="Web-{363EF842-5A58-9F17-441E-A34724B3DA33}" dt="2026-09-08T15:37:13.145" v="312"/>
          <pc:sldLayoutMkLst>
            <pc:docMk/>
            <pc:sldMasterMk cId="2711863375" sldId="2147483795"/>
            <pc:sldLayoutMk cId="2950855894" sldId="2147483822"/>
          </pc:sldLayoutMkLst>
        </pc:sldLayoutChg>
        <pc:sldLayoutChg chg="add mod replId">
          <pc:chgData name="Fahmida Hamid" userId="S::fhamid@callutheran.edu::575dc0a0-3c6d-400f-847b-a75a38d7fed1" providerId="AD" clId="Web-{363EF842-5A58-9F17-441E-A34724B3DA33}" dt="2026-09-08T15:37:13.145" v="312"/>
          <pc:sldLayoutMkLst>
            <pc:docMk/>
            <pc:sldMasterMk cId="2711863375" sldId="2147483795"/>
            <pc:sldLayoutMk cId="3241088462" sldId="2147483823"/>
          </pc:sldLayoutMkLst>
        </pc:sldLayoutChg>
        <pc:sldLayoutChg chg="add mod replId">
          <pc:chgData name="Fahmida Hamid" userId="S::fhamid@callutheran.edu::575dc0a0-3c6d-400f-847b-a75a38d7fed1" providerId="AD" clId="Web-{363EF842-5A58-9F17-441E-A34724B3DA33}" dt="2026-09-08T15:37:13.145" v="312"/>
          <pc:sldLayoutMkLst>
            <pc:docMk/>
            <pc:sldMasterMk cId="2711863375" sldId="2147483795"/>
            <pc:sldLayoutMk cId="1479133535" sldId="2147483824"/>
          </pc:sldLayoutMkLst>
        </pc:sldLayoutChg>
        <pc:sldLayoutChg chg="add mod replId">
          <pc:chgData name="Fahmida Hamid" userId="S::fhamid@callutheran.edu::575dc0a0-3c6d-400f-847b-a75a38d7fed1" providerId="AD" clId="Web-{363EF842-5A58-9F17-441E-A34724B3DA33}" dt="2026-09-08T15:37:13.145" v="312"/>
          <pc:sldLayoutMkLst>
            <pc:docMk/>
            <pc:sldMasterMk cId="2711863375" sldId="2147483795"/>
            <pc:sldLayoutMk cId="2061631026" sldId="2147483825"/>
          </pc:sldLayoutMkLst>
        </pc:sldLayoutChg>
      </pc:sldMasterChg>
    </pc:docChg>
  </pc:docChgLst>
  <pc:docChgLst>
    <pc:chgData name="Fahmida Hamid" userId="575dc0a0-3c6d-400f-847b-a75a38d7fed1" providerId="ADAL" clId="{8DD235B6-589A-5D64-A5AC-C98A04BABC2F}"/>
    <pc:docChg chg="modSld">
      <pc:chgData name="Fahmida Hamid" userId="575dc0a0-3c6d-400f-847b-a75a38d7fed1" providerId="ADAL" clId="{8DD235B6-589A-5D64-A5AC-C98A04BABC2F}" dt="2026-09-08T15:25:03.453" v="0" actId="21"/>
      <pc:docMkLst>
        <pc:docMk/>
      </pc:docMkLst>
      <pc:sldChg chg="modSp mod">
        <pc:chgData name="Fahmida Hamid" userId="575dc0a0-3c6d-400f-847b-a75a38d7fed1" providerId="ADAL" clId="{8DD235B6-589A-5D64-A5AC-C98A04BABC2F}" dt="2026-09-08T15:25:03.453" v="0" actId="21"/>
        <pc:sldMkLst>
          <pc:docMk/>
          <pc:sldMk cId="2647333855" sldId="259"/>
        </pc:sldMkLst>
        <pc:spChg chg="mod">
          <ac:chgData name="Fahmida Hamid" userId="575dc0a0-3c6d-400f-847b-a75a38d7fed1" providerId="ADAL" clId="{8DD235B6-589A-5D64-A5AC-C98A04BABC2F}" dt="2026-09-08T15:25:03.453" v="0" actId="21"/>
          <ac:spMkLst>
            <pc:docMk/>
            <pc:sldMk cId="2647333855" sldId="259"/>
            <ac:spMk id="3" creationId="{A5002B0B-B3B9-90CF-6E67-E1A881383FD9}"/>
          </ac:spMkLst>
        </pc:spChg>
      </pc:sldChg>
    </pc:docChg>
  </pc:docChgLst>
  <pc:docChgLst>
    <pc:chgData name="Fahmida Hamid" userId="S::fhamid@callutheran.edu::575dc0a0-3c6d-400f-847b-a75a38d7fed1" providerId="AD" clId="Web-{00000000-0000-0000-0000-000000000000}"/>
    <pc:docChg chg="mod addSld modSld addMainMaster delMainMaster">
      <pc:chgData name="Fahmida Hamid" userId="S::fhamid@callutheran.edu::575dc0a0-3c6d-400f-847b-a75a38d7fed1" providerId="AD" clId="Web-{00000000-0000-0000-0000-000000000000}" dt="2026-09-07T19:58:08.166" v="157"/>
      <pc:docMkLst>
        <pc:docMk/>
      </pc:docMkLst>
      <pc:sldChg chg="modSp mod modClrScheme chgLayout">
        <pc:chgData name="Fahmida Hamid" userId="S::fhamid@callutheran.edu::575dc0a0-3c6d-400f-847b-a75a38d7fed1" providerId="AD" clId="Web-{00000000-0000-0000-0000-000000000000}" dt="2026-09-07T19:43:45.806" v="89" actId="20577"/>
        <pc:sldMkLst>
          <pc:docMk/>
          <pc:sldMk cId="109857222" sldId="256"/>
        </pc:sldMkLst>
        <pc:spChg chg="mod ord">
          <ac:chgData name="Fahmida Hamid" userId="S::fhamid@callutheran.edu::575dc0a0-3c6d-400f-847b-a75a38d7fed1" providerId="AD" clId="Web-{00000000-0000-0000-0000-000000000000}" dt="2026-09-07T19:43:45.806" v="89" actId="20577"/>
          <ac:spMkLst>
            <pc:docMk/>
            <pc:sldMk cId="109857222" sldId="256"/>
            <ac:spMk id="2" creationId="{00000000-0000-0000-0000-000000000000}"/>
          </ac:spMkLst>
        </pc:spChg>
        <pc:spChg chg="mod ord">
          <ac:chgData name="Fahmida Hamid" userId="S::fhamid@callutheran.edu::575dc0a0-3c6d-400f-847b-a75a38d7fed1" providerId="AD" clId="Web-{00000000-0000-0000-0000-000000000000}" dt="2026-09-07T19:43:35.196" v="87"/>
          <ac:spMkLst>
            <pc:docMk/>
            <pc:sldMk cId="109857222" sldId="256"/>
            <ac:spMk id="3" creationId="{00000000-0000-0000-0000-000000000000}"/>
          </ac:spMkLst>
        </pc:spChg>
      </pc:sldChg>
      <pc:sldChg chg="addSp delSp modSp new mod modClrScheme chgLayout">
        <pc:chgData name="Fahmida Hamid" userId="S::fhamid@callutheran.edu::575dc0a0-3c6d-400f-847b-a75a38d7fed1" providerId="AD" clId="Web-{00000000-0000-0000-0000-000000000000}" dt="2026-09-07T19:43:55.228" v="92" actId="1076"/>
        <pc:sldMkLst>
          <pc:docMk/>
          <pc:sldMk cId="2496007816" sldId="257"/>
        </pc:sldMkLst>
        <pc:spChg chg="mod ord">
          <ac:chgData name="Fahmida Hamid" userId="S::fhamid@callutheran.edu::575dc0a0-3c6d-400f-847b-a75a38d7fed1" providerId="AD" clId="Web-{00000000-0000-0000-0000-000000000000}" dt="2026-09-07T19:43:50.306" v="90" actId="14100"/>
          <ac:spMkLst>
            <pc:docMk/>
            <pc:sldMk cId="2496007816" sldId="257"/>
            <ac:spMk id="2" creationId="{275C4D48-B539-B826-EF65-DF4EC8821378}"/>
          </ac:spMkLst>
        </pc:spChg>
        <pc:spChg chg="del mod">
          <ac:chgData name="Fahmida Hamid" userId="S::fhamid@callutheran.edu::575dc0a0-3c6d-400f-847b-a75a38d7fed1" providerId="AD" clId="Web-{00000000-0000-0000-0000-000000000000}" dt="2026-09-07T19:33:34.939" v="65"/>
          <ac:spMkLst>
            <pc:docMk/>
            <pc:sldMk cId="2496007816" sldId="257"/>
            <ac:spMk id="3" creationId="{A085FB2C-AC36-6E16-4065-EA64D07029BB}"/>
          </ac:spMkLst>
        </pc:spChg>
        <pc:spChg chg="mod ord">
          <ac:chgData name="Fahmida Hamid" userId="S::fhamid@callutheran.edu::575dc0a0-3c6d-400f-847b-a75a38d7fed1" providerId="AD" clId="Web-{00000000-0000-0000-0000-000000000000}" dt="2026-09-07T19:43:35.196" v="87"/>
          <ac:spMkLst>
            <pc:docMk/>
            <pc:sldMk cId="2496007816" sldId="257"/>
            <ac:spMk id="4" creationId="{E8EFE7D0-4267-48BF-A9D2-148F96E5DAC4}"/>
          </ac:spMkLst>
        </pc:spChg>
        <pc:spChg chg="mod ord">
          <ac:chgData name="Fahmida Hamid" userId="S::fhamid@callutheran.edu::575dc0a0-3c6d-400f-847b-a75a38d7fed1" providerId="AD" clId="Web-{00000000-0000-0000-0000-000000000000}" dt="2026-09-07T19:43:35.196" v="87"/>
          <ac:spMkLst>
            <pc:docMk/>
            <pc:sldMk cId="2496007816" sldId="257"/>
            <ac:spMk id="5" creationId="{430CB72F-7CF5-3DF3-8EBF-027A16CAD345}"/>
          </ac:spMkLst>
        </pc:spChg>
        <pc:spChg chg="mod ord">
          <ac:chgData name="Fahmida Hamid" userId="S::fhamid@callutheran.edu::575dc0a0-3c6d-400f-847b-a75a38d7fed1" providerId="AD" clId="Web-{00000000-0000-0000-0000-000000000000}" dt="2026-09-07T19:43:35.196" v="87"/>
          <ac:spMkLst>
            <pc:docMk/>
            <pc:sldMk cId="2496007816" sldId="257"/>
            <ac:spMk id="6" creationId="{5F5DD531-808F-6B6E-7964-DC7DED957498}"/>
          </ac:spMkLst>
        </pc:spChg>
        <pc:picChg chg="add mod ord">
          <ac:chgData name="Fahmida Hamid" userId="S::fhamid@callutheran.edu::575dc0a0-3c6d-400f-847b-a75a38d7fed1" providerId="AD" clId="Web-{00000000-0000-0000-0000-000000000000}" dt="2026-09-07T19:43:55.228" v="92" actId="1076"/>
          <ac:picMkLst>
            <pc:docMk/>
            <pc:sldMk cId="2496007816" sldId="257"/>
            <ac:picMk id="7" creationId="{B089EE92-C51C-6048-ACE9-0C2B702F9914}"/>
          </ac:picMkLst>
        </pc:picChg>
      </pc:sldChg>
      <pc:sldChg chg="addSp delSp modSp new mod modClrScheme chgLayout">
        <pc:chgData name="Fahmida Hamid" userId="S::fhamid@callutheran.edu::575dc0a0-3c6d-400f-847b-a75a38d7fed1" providerId="AD" clId="Web-{00000000-0000-0000-0000-000000000000}" dt="2026-09-07T19:49:04.177" v="116"/>
        <pc:sldMkLst>
          <pc:docMk/>
          <pc:sldMk cId="999053795" sldId="258"/>
        </pc:sldMkLst>
        <pc:spChg chg="del mod ord">
          <ac:chgData name="Fahmida Hamid" userId="S::fhamid@callutheran.edu::575dc0a0-3c6d-400f-847b-a75a38d7fed1" providerId="AD" clId="Web-{00000000-0000-0000-0000-000000000000}" dt="2026-09-07T19:48:44.098" v="113"/>
          <ac:spMkLst>
            <pc:docMk/>
            <pc:sldMk cId="999053795" sldId="258"/>
            <ac:spMk id="2" creationId="{2C4AA741-A265-D442-731C-53D5481D63B4}"/>
          </ac:spMkLst>
        </pc:spChg>
        <pc:spChg chg="del mod ord">
          <ac:chgData name="Fahmida Hamid" userId="S::fhamid@callutheran.edu::575dc0a0-3c6d-400f-847b-a75a38d7fed1" providerId="AD" clId="Web-{00000000-0000-0000-0000-000000000000}" dt="2026-09-07T19:48:37.661" v="112"/>
          <ac:spMkLst>
            <pc:docMk/>
            <pc:sldMk cId="999053795" sldId="258"/>
            <ac:spMk id="3" creationId="{9122EC1A-4639-ADA2-33FC-CBB0AC7B5CF8}"/>
          </ac:spMkLst>
        </pc:spChg>
        <pc:spChg chg="mod ord modVis">
          <ac:chgData name="Fahmida Hamid" userId="S::fhamid@callutheran.edu::575dc0a0-3c6d-400f-847b-a75a38d7fed1" providerId="AD" clId="Web-{00000000-0000-0000-0000-000000000000}" dt="2026-09-07T19:49:04.177" v="116"/>
          <ac:spMkLst>
            <pc:docMk/>
            <pc:sldMk cId="999053795" sldId="258"/>
            <ac:spMk id="4" creationId="{47561153-D756-0F8B-5EA9-5B518E689A54}"/>
          </ac:spMkLst>
        </pc:spChg>
        <pc:spChg chg="mod ord">
          <ac:chgData name="Fahmida Hamid" userId="S::fhamid@callutheran.edu::575dc0a0-3c6d-400f-847b-a75a38d7fed1" providerId="AD" clId="Web-{00000000-0000-0000-0000-000000000000}" dt="2026-09-07T19:49:04.177" v="116"/>
          <ac:spMkLst>
            <pc:docMk/>
            <pc:sldMk cId="999053795" sldId="258"/>
            <ac:spMk id="5" creationId="{28199097-5B30-4A63-88C0-9B38118311B4}"/>
          </ac:spMkLst>
        </pc:spChg>
        <pc:spChg chg="mod ord modVis">
          <ac:chgData name="Fahmida Hamid" userId="S::fhamid@callutheran.edu::575dc0a0-3c6d-400f-847b-a75a38d7fed1" providerId="AD" clId="Web-{00000000-0000-0000-0000-000000000000}" dt="2026-09-07T19:49:04.177" v="116"/>
          <ac:spMkLst>
            <pc:docMk/>
            <pc:sldMk cId="999053795" sldId="258"/>
            <ac:spMk id="6" creationId="{F7FB663A-C957-8492-F5AB-F92B5FFD80CF}"/>
          </ac:spMkLst>
        </pc:spChg>
        <pc:picChg chg="add mod ord">
          <ac:chgData name="Fahmida Hamid" userId="S::fhamid@callutheran.edu::575dc0a0-3c6d-400f-847b-a75a38d7fed1" providerId="AD" clId="Web-{00000000-0000-0000-0000-000000000000}" dt="2026-09-07T19:49:04.177" v="116"/>
          <ac:picMkLst>
            <pc:docMk/>
            <pc:sldMk cId="999053795" sldId="258"/>
            <ac:picMk id="7" creationId="{1B02EC7A-35BD-2B40-5B70-2381F34EA978}"/>
          </ac:picMkLst>
        </pc:picChg>
      </pc:sldChg>
      <pc:sldChg chg="modSp new mod modClrScheme chgLayout">
        <pc:chgData name="Fahmida Hamid" userId="S::fhamid@callutheran.edu::575dc0a0-3c6d-400f-847b-a75a38d7fed1" providerId="AD" clId="Web-{00000000-0000-0000-0000-000000000000}" dt="2026-09-07T19:48:25.176" v="111" actId="20577"/>
        <pc:sldMkLst>
          <pc:docMk/>
          <pc:sldMk cId="2647333855" sldId="259"/>
        </pc:sldMkLst>
        <pc:spChg chg="mod ord">
          <ac:chgData name="Fahmida Hamid" userId="S::fhamid@callutheran.edu::575dc0a0-3c6d-400f-847b-a75a38d7fed1" providerId="AD" clId="Web-{00000000-0000-0000-0000-000000000000}" dt="2026-09-07T19:48:25.176" v="111" actId="20577"/>
          <ac:spMkLst>
            <pc:docMk/>
            <pc:sldMk cId="2647333855" sldId="259"/>
            <ac:spMk id="2" creationId="{2709F60E-8062-8463-A574-0DC27625DD1D}"/>
          </ac:spMkLst>
        </pc:spChg>
        <pc:spChg chg="mod ord">
          <ac:chgData name="Fahmida Hamid" userId="S::fhamid@callutheran.edu::575dc0a0-3c6d-400f-847b-a75a38d7fed1" providerId="AD" clId="Web-{00000000-0000-0000-0000-000000000000}" dt="2026-09-07T19:45:09.637" v="105" actId="20577"/>
          <ac:spMkLst>
            <pc:docMk/>
            <pc:sldMk cId="2647333855" sldId="259"/>
            <ac:spMk id="3" creationId="{A5002B0B-B3B9-90CF-6E67-E1A881383FD9}"/>
          </ac:spMkLst>
        </pc:spChg>
        <pc:spChg chg="mod ord">
          <ac:chgData name="Fahmida Hamid" userId="S::fhamid@callutheran.edu::575dc0a0-3c6d-400f-847b-a75a38d7fed1" providerId="AD" clId="Web-{00000000-0000-0000-0000-000000000000}" dt="2026-09-07T19:43:35.196" v="87"/>
          <ac:spMkLst>
            <pc:docMk/>
            <pc:sldMk cId="2647333855" sldId="259"/>
            <ac:spMk id="4" creationId="{2EDE7B5B-3D04-2850-D983-542760E85C54}"/>
          </ac:spMkLst>
        </pc:spChg>
        <pc:spChg chg="mod ord">
          <ac:chgData name="Fahmida Hamid" userId="S::fhamid@callutheran.edu::575dc0a0-3c6d-400f-847b-a75a38d7fed1" providerId="AD" clId="Web-{00000000-0000-0000-0000-000000000000}" dt="2026-09-07T19:43:35.196" v="87"/>
          <ac:spMkLst>
            <pc:docMk/>
            <pc:sldMk cId="2647333855" sldId="259"/>
            <ac:spMk id="5" creationId="{2F6C68C9-D90A-398A-1CAE-4A440755B725}"/>
          </ac:spMkLst>
        </pc:spChg>
        <pc:spChg chg="mod ord">
          <ac:chgData name="Fahmida Hamid" userId="S::fhamid@callutheran.edu::575dc0a0-3c6d-400f-847b-a75a38d7fed1" providerId="AD" clId="Web-{00000000-0000-0000-0000-000000000000}" dt="2026-09-07T19:43:35.196" v="87"/>
          <ac:spMkLst>
            <pc:docMk/>
            <pc:sldMk cId="2647333855" sldId="259"/>
            <ac:spMk id="6" creationId="{153547F9-77D8-F262-C53C-B01C8B7A7168}"/>
          </ac:spMkLst>
        </pc:spChg>
      </pc:sldChg>
      <pc:sldChg chg="modSp new">
        <pc:chgData name="Fahmida Hamid" userId="S::fhamid@callutheran.edu::575dc0a0-3c6d-400f-847b-a75a38d7fed1" providerId="AD" clId="Web-{00000000-0000-0000-0000-000000000000}" dt="2026-09-07T19:57:19.399" v="141" actId="20577"/>
        <pc:sldMkLst>
          <pc:docMk/>
          <pc:sldMk cId="3383308488" sldId="260"/>
        </pc:sldMkLst>
        <pc:spChg chg="mod">
          <ac:chgData name="Fahmida Hamid" userId="S::fhamid@callutheran.edu::575dc0a0-3c6d-400f-847b-a75a38d7fed1" providerId="AD" clId="Web-{00000000-0000-0000-0000-000000000000}" dt="2026-09-07T19:57:19.399" v="141" actId="20577"/>
          <ac:spMkLst>
            <pc:docMk/>
            <pc:sldMk cId="3383308488" sldId="260"/>
            <ac:spMk id="2" creationId="{21250948-CFDC-4DA6-4FD7-114DB46F12C7}"/>
          </ac:spMkLst>
        </pc:spChg>
        <pc:spChg chg="mod">
          <ac:chgData name="Fahmida Hamid" userId="S::fhamid@callutheran.edu::575dc0a0-3c6d-400f-847b-a75a38d7fed1" providerId="AD" clId="Web-{00000000-0000-0000-0000-000000000000}" dt="2026-09-07T19:49:55.398" v="138" actId="20577"/>
          <ac:spMkLst>
            <pc:docMk/>
            <pc:sldMk cId="3383308488" sldId="260"/>
            <ac:spMk id="3" creationId="{088AD4B2-2F2A-D9A3-CE99-3E694ED5842F}"/>
          </ac:spMkLst>
        </pc:spChg>
      </pc:sldChg>
      <pc:sldChg chg="addSp delSp modSp new mod modClrScheme chgLayout">
        <pc:chgData name="Fahmida Hamid" userId="S::fhamid@callutheran.edu::575dc0a0-3c6d-400f-847b-a75a38d7fed1" providerId="AD" clId="Web-{00000000-0000-0000-0000-000000000000}" dt="2026-09-07T19:58:08.166" v="157"/>
        <pc:sldMkLst>
          <pc:docMk/>
          <pc:sldMk cId="424596146" sldId="261"/>
        </pc:sldMkLst>
        <pc:spChg chg="mod ord">
          <ac:chgData name="Fahmida Hamid" userId="S::fhamid@callutheran.edu::575dc0a0-3c6d-400f-847b-a75a38d7fed1" providerId="AD" clId="Web-{00000000-0000-0000-0000-000000000000}" dt="2026-09-07T19:58:08.166" v="157"/>
          <ac:spMkLst>
            <pc:docMk/>
            <pc:sldMk cId="424596146" sldId="261"/>
            <ac:spMk id="2" creationId="{652029BD-5899-B6A1-616F-571D1C5A7A09}"/>
          </ac:spMkLst>
        </pc:spChg>
        <pc:spChg chg="del mod ord">
          <ac:chgData name="Fahmida Hamid" userId="S::fhamid@callutheran.edu::575dc0a0-3c6d-400f-847b-a75a38d7fed1" providerId="AD" clId="Web-{00000000-0000-0000-0000-000000000000}" dt="2026-09-07T19:58:08.166" v="157"/>
          <ac:spMkLst>
            <pc:docMk/>
            <pc:sldMk cId="424596146" sldId="261"/>
            <ac:spMk id="3" creationId="{411CB82E-39B1-758D-A515-3546CCF4EA38}"/>
          </ac:spMkLst>
        </pc:spChg>
        <pc:spChg chg="mod ord">
          <ac:chgData name="Fahmida Hamid" userId="S::fhamid@callutheran.edu::575dc0a0-3c6d-400f-847b-a75a38d7fed1" providerId="AD" clId="Web-{00000000-0000-0000-0000-000000000000}" dt="2026-09-07T19:58:08.166" v="157"/>
          <ac:spMkLst>
            <pc:docMk/>
            <pc:sldMk cId="424596146" sldId="261"/>
            <ac:spMk id="4" creationId="{66034DDD-822C-3E49-075F-F16FC134EA2E}"/>
          </ac:spMkLst>
        </pc:spChg>
        <pc:spChg chg="mod ord">
          <ac:chgData name="Fahmida Hamid" userId="S::fhamid@callutheran.edu::575dc0a0-3c6d-400f-847b-a75a38d7fed1" providerId="AD" clId="Web-{00000000-0000-0000-0000-000000000000}" dt="2026-09-07T19:58:08.166" v="157"/>
          <ac:spMkLst>
            <pc:docMk/>
            <pc:sldMk cId="424596146" sldId="261"/>
            <ac:spMk id="5" creationId="{4C8FF010-EF08-7509-E953-2BF0E94A4D62}"/>
          </ac:spMkLst>
        </pc:spChg>
        <pc:spChg chg="mod ord">
          <ac:chgData name="Fahmida Hamid" userId="S::fhamid@callutheran.edu::575dc0a0-3c6d-400f-847b-a75a38d7fed1" providerId="AD" clId="Web-{00000000-0000-0000-0000-000000000000}" dt="2026-09-07T19:58:08.166" v="157"/>
          <ac:spMkLst>
            <pc:docMk/>
            <pc:sldMk cId="424596146" sldId="261"/>
            <ac:spMk id="6" creationId="{56A7D426-A951-4C68-8A50-BDE598045AEC}"/>
          </ac:spMkLst>
        </pc:spChg>
        <pc:picChg chg="add">
          <ac:chgData name="Fahmida Hamid" userId="S::fhamid@callutheran.edu::575dc0a0-3c6d-400f-847b-a75a38d7fed1" providerId="AD" clId="Web-{00000000-0000-0000-0000-000000000000}" dt="2026-09-07T19:58:08.166" v="157"/>
          <ac:picMkLst>
            <pc:docMk/>
            <pc:sldMk cId="424596146" sldId="261"/>
            <ac:picMk id="8" creationId="{47BA14FF-2C69-9302-0EF9-60083CB4648F}"/>
          </ac:picMkLst>
        </pc:picChg>
      </pc:sldChg>
      <pc:sldMasterChg chg="del delSldLayout">
        <pc:chgData name="Fahmida Hamid" userId="S::fhamid@callutheran.edu::575dc0a0-3c6d-400f-847b-a75a38d7fed1" providerId="AD" clId="Web-{00000000-0000-0000-0000-000000000000}" dt="2026-09-07T19:23:20.776" v="0"/>
        <pc:sldMasterMkLst>
          <pc:docMk/>
          <pc:sldMasterMk cId="2715850741" sldId="2147483701"/>
        </pc:sldMasterMkLst>
        <pc:sldLayoutChg chg="del">
          <pc:chgData name="Fahmida Hamid" userId="S::fhamid@callutheran.edu::575dc0a0-3c6d-400f-847b-a75a38d7fed1" providerId="AD" clId="Web-{00000000-0000-0000-0000-000000000000}" dt="2026-09-07T19:23:20.776" v="0"/>
          <pc:sldLayoutMkLst>
            <pc:docMk/>
            <pc:sldMasterMk cId="2715850741" sldId="2147483701"/>
            <pc:sldLayoutMk cId="178144233" sldId="2147483702"/>
          </pc:sldLayoutMkLst>
        </pc:sldLayoutChg>
        <pc:sldLayoutChg chg="del">
          <pc:chgData name="Fahmida Hamid" userId="S::fhamid@callutheran.edu::575dc0a0-3c6d-400f-847b-a75a38d7fed1" providerId="AD" clId="Web-{00000000-0000-0000-0000-000000000000}" dt="2026-09-07T19:23:20.776" v="0"/>
          <pc:sldLayoutMkLst>
            <pc:docMk/>
            <pc:sldMasterMk cId="2715850741" sldId="2147483701"/>
            <pc:sldLayoutMk cId="4291994339" sldId="2147483703"/>
          </pc:sldLayoutMkLst>
        </pc:sldLayoutChg>
        <pc:sldLayoutChg chg="del">
          <pc:chgData name="Fahmida Hamid" userId="S::fhamid@callutheran.edu::575dc0a0-3c6d-400f-847b-a75a38d7fed1" providerId="AD" clId="Web-{00000000-0000-0000-0000-000000000000}" dt="2026-09-07T19:23:20.776" v="0"/>
          <pc:sldLayoutMkLst>
            <pc:docMk/>
            <pc:sldMasterMk cId="2715850741" sldId="2147483701"/>
            <pc:sldLayoutMk cId="4081925756" sldId="2147483704"/>
          </pc:sldLayoutMkLst>
        </pc:sldLayoutChg>
        <pc:sldLayoutChg chg="del">
          <pc:chgData name="Fahmida Hamid" userId="S::fhamid@callutheran.edu::575dc0a0-3c6d-400f-847b-a75a38d7fed1" providerId="AD" clId="Web-{00000000-0000-0000-0000-000000000000}" dt="2026-09-07T19:23:20.776" v="0"/>
          <pc:sldLayoutMkLst>
            <pc:docMk/>
            <pc:sldMasterMk cId="2715850741" sldId="2147483701"/>
            <pc:sldLayoutMk cId="3264746556" sldId="2147483705"/>
          </pc:sldLayoutMkLst>
        </pc:sldLayoutChg>
        <pc:sldLayoutChg chg="del">
          <pc:chgData name="Fahmida Hamid" userId="S::fhamid@callutheran.edu::575dc0a0-3c6d-400f-847b-a75a38d7fed1" providerId="AD" clId="Web-{00000000-0000-0000-0000-000000000000}" dt="2026-09-07T19:23:20.776" v="0"/>
          <pc:sldLayoutMkLst>
            <pc:docMk/>
            <pc:sldMasterMk cId="2715850741" sldId="2147483701"/>
            <pc:sldLayoutMk cId="4286773404" sldId="2147483706"/>
          </pc:sldLayoutMkLst>
        </pc:sldLayoutChg>
        <pc:sldLayoutChg chg="del">
          <pc:chgData name="Fahmida Hamid" userId="S::fhamid@callutheran.edu::575dc0a0-3c6d-400f-847b-a75a38d7fed1" providerId="AD" clId="Web-{00000000-0000-0000-0000-000000000000}" dt="2026-09-07T19:23:20.776" v="0"/>
          <pc:sldLayoutMkLst>
            <pc:docMk/>
            <pc:sldMasterMk cId="2715850741" sldId="2147483701"/>
            <pc:sldLayoutMk cId="778581145" sldId="2147483707"/>
          </pc:sldLayoutMkLst>
        </pc:sldLayoutChg>
        <pc:sldLayoutChg chg="del">
          <pc:chgData name="Fahmida Hamid" userId="S::fhamid@callutheran.edu::575dc0a0-3c6d-400f-847b-a75a38d7fed1" providerId="AD" clId="Web-{00000000-0000-0000-0000-000000000000}" dt="2026-09-07T19:23:20.776" v="0"/>
          <pc:sldLayoutMkLst>
            <pc:docMk/>
            <pc:sldMasterMk cId="2715850741" sldId="2147483701"/>
            <pc:sldLayoutMk cId="1003243370" sldId="2147483708"/>
          </pc:sldLayoutMkLst>
        </pc:sldLayoutChg>
        <pc:sldLayoutChg chg="del">
          <pc:chgData name="Fahmida Hamid" userId="S::fhamid@callutheran.edu::575dc0a0-3c6d-400f-847b-a75a38d7fed1" providerId="AD" clId="Web-{00000000-0000-0000-0000-000000000000}" dt="2026-09-07T19:23:20.776" v="0"/>
          <pc:sldLayoutMkLst>
            <pc:docMk/>
            <pc:sldMasterMk cId="2715850741" sldId="2147483701"/>
            <pc:sldLayoutMk cId="2216598702" sldId="2147483709"/>
          </pc:sldLayoutMkLst>
        </pc:sldLayoutChg>
        <pc:sldLayoutChg chg="del">
          <pc:chgData name="Fahmida Hamid" userId="S::fhamid@callutheran.edu::575dc0a0-3c6d-400f-847b-a75a38d7fed1" providerId="AD" clId="Web-{00000000-0000-0000-0000-000000000000}" dt="2026-09-07T19:23:20.776" v="0"/>
          <pc:sldLayoutMkLst>
            <pc:docMk/>
            <pc:sldMasterMk cId="2715850741" sldId="2147483701"/>
            <pc:sldLayoutMk cId="2565373045" sldId="2147483710"/>
          </pc:sldLayoutMkLst>
        </pc:sldLayoutChg>
        <pc:sldLayoutChg chg="del">
          <pc:chgData name="Fahmida Hamid" userId="S::fhamid@callutheran.edu::575dc0a0-3c6d-400f-847b-a75a38d7fed1" providerId="AD" clId="Web-{00000000-0000-0000-0000-000000000000}" dt="2026-09-07T19:23:20.776" v="0"/>
          <pc:sldLayoutMkLst>
            <pc:docMk/>
            <pc:sldMasterMk cId="2715850741" sldId="2147483701"/>
            <pc:sldLayoutMk cId="1736675369" sldId="2147483711"/>
          </pc:sldLayoutMkLst>
        </pc:sldLayoutChg>
        <pc:sldLayoutChg chg="del">
          <pc:chgData name="Fahmida Hamid" userId="S::fhamid@callutheran.edu::575dc0a0-3c6d-400f-847b-a75a38d7fed1" providerId="AD" clId="Web-{00000000-0000-0000-0000-000000000000}" dt="2026-09-07T19:23:20.776" v="0"/>
          <pc:sldLayoutMkLst>
            <pc:docMk/>
            <pc:sldMasterMk cId="2715850741" sldId="2147483701"/>
            <pc:sldLayoutMk cId="1257268489" sldId="2147483712"/>
          </pc:sldLayoutMkLst>
        </pc:sldLayoutChg>
        <pc:sldLayoutChg chg="del">
          <pc:chgData name="Fahmida Hamid" userId="S::fhamid@callutheran.edu::575dc0a0-3c6d-400f-847b-a75a38d7fed1" providerId="AD" clId="Web-{00000000-0000-0000-0000-000000000000}" dt="2026-09-07T19:23:20.776" v="0"/>
          <pc:sldLayoutMkLst>
            <pc:docMk/>
            <pc:sldMasterMk cId="2715850741" sldId="2147483701"/>
            <pc:sldLayoutMk cId="2563404924" sldId="2147483713"/>
          </pc:sldLayoutMkLst>
        </pc:sldLayoutChg>
        <pc:sldLayoutChg chg="del">
          <pc:chgData name="Fahmida Hamid" userId="S::fhamid@callutheran.edu::575dc0a0-3c6d-400f-847b-a75a38d7fed1" providerId="AD" clId="Web-{00000000-0000-0000-0000-000000000000}" dt="2026-09-07T19:23:20.776" v="0"/>
          <pc:sldLayoutMkLst>
            <pc:docMk/>
            <pc:sldMasterMk cId="2715850741" sldId="2147483701"/>
            <pc:sldLayoutMk cId="846198016" sldId="2147483714"/>
          </pc:sldLayoutMkLst>
        </pc:sldLayoutChg>
        <pc:sldLayoutChg chg="del">
          <pc:chgData name="Fahmida Hamid" userId="S::fhamid@callutheran.edu::575dc0a0-3c6d-400f-847b-a75a38d7fed1" providerId="AD" clId="Web-{00000000-0000-0000-0000-000000000000}" dt="2026-09-07T19:23:20.776" v="0"/>
          <pc:sldLayoutMkLst>
            <pc:docMk/>
            <pc:sldMasterMk cId="2715850741" sldId="2147483701"/>
            <pc:sldLayoutMk cId="734193600" sldId="2147483715"/>
          </pc:sldLayoutMkLst>
        </pc:sldLayoutChg>
        <pc:sldLayoutChg chg="del">
          <pc:chgData name="Fahmida Hamid" userId="S::fhamid@callutheran.edu::575dc0a0-3c6d-400f-847b-a75a38d7fed1" providerId="AD" clId="Web-{00000000-0000-0000-0000-000000000000}" dt="2026-09-07T19:23:20.776" v="0"/>
          <pc:sldLayoutMkLst>
            <pc:docMk/>
            <pc:sldMasterMk cId="2715850741" sldId="2147483701"/>
            <pc:sldLayoutMk cId="278439991" sldId="2147483716"/>
          </pc:sldLayoutMkLst>
        </pc:sldLayoutChg>
        <pc:sldLayoutChg chg="del">
          <pc:chgData name="Fahmida Hamid" userId="S::fhamid@callutheran.edu::575dc0a0-3c6d-400f-847b-a75a38d7fed1" providerId="AD" clId="Web-{00000000-0000-0000-0000-000000000000}" dt="2026-09-07T19:23:20.776" v="0"/>
          <pc:sldLayoutMkLst>
            <pc:docMk/>
            <pc:sldMasterMk cId="2715850741" sldId="2147483701"/>
            <pc:sldLayoutMk cId="2431807117" sldId="2147483717"/>
          </pc:sldLayoutMkLst>
        </pc:sldLayoutChg>
        <pc:sldLayoutChg chg="del">
          <pc:chgData name="Fahmida Hamid" userId="S::fhamid@callutheran.edu::575dc0a0-3c6d-400f-847b-a75a38d7fed1" providerId="AD" clId="Web-{00000000-0000-0000-0000-000000000000}" dt="2026-09-07T19:23:20.776" v="0"/>
          <pc:sldLayoutMkLst>
            <pc:docMk/>
            <pc:sldMasterMk cId="2715850741" sldId="2147483701"/>
            <pc:sldLayoutMk cId="365519011" sldId="2147483718"/>
          </pc:sldLayoutMkLst>
        </pc:sldLayoutChg>
        <pc:sldLayoutChg chg="del">
          <pc:chgData name="Fahmida Hamid" userId="S::fhamid@callutheran.edu::575dc0a0-3c6d-400f-847b-a75a38d7fed1" providerId="AD" clId="Web-{00000000-0000-0000-0000-000000000000}" dt="2026-09-07T19:23:20.776" v="0"/>
          <pc:sldLayoutMkLst>
            <pc:docMk/>
            <pc:sldMasterMk cId="2715850741" sldId="2147483701"/>
            <pc:sldLayoutMk cId="885336437" sldId="2147483719"/>
          </pc:sldLayoutMkLst>
        </pc:sldLayoutChg>
        <pc:sldLayoutChg chg="del">
          <pc:chgData name="Fahmida Hamid" userId="S::fhamid@callutheran.edu::575dc0a0-3c6d-400f-847b-a75a38d7fed1" providerId="AD" clId="Web-{00000000-0000-0000-0000-000000000000}" dt="2026-09-07T19:23:20.776" v="0"/>
          <pc:sldLayoutMkLst>
            <pc:docMk/>
            <pc:sldMasterMk cId="2715850741" sldId="2147483701"/>
            <pc:sldLayoutMk cId="3491998810" sldId="2147483720"/>
          </pc:sldLayoutMkLst>
        </pc:sldLayoutChg>
        <pc:sldLayoutChg chg="del">
          <pc:chgData name="Fahmida Hamid" userId="S::fhamid@callutheran.edu::575dc0a0-3c6d-400f-847b-a75a38d7fed1" providerId="AD" clId="Web-{00000000-0000-0000-0000-000000000000}" dt="2026-09-07T19:23:20.776" v="0"/>
          <pc:sldLayoutMkLst>
            <pc:docMk/>
            <pc:sldMasterMk cId="2715850741" sldId="2147483701"/>
            <pc:sldLayoutMk cId="1112045452" sldId="2147483721"/>
          </pc:sldLayoutMkLst>
        </pc:sldLayoutChg>
        <pc:sldLayoutChg chg="del">
          <pc:chgData name="Fahmida Hamid" userId="S::fhamid@callutheran.edu::575dc0a0-3c6d-400f-847b-a75a38d7fed1" providerId="AD" clId="Web-{00000000-0000-0000-0000-000000000000}" dt="2026-09-07T19:23:20.776" v="0"/>
          <pc:sldLayoutMkLst>
            <pc:docMk/>
            <pc:sldMasterMk cId="2715850741" sldId="2147483701"/>
            <pc:sldLayoutMk cId="3138088151" sldId="2147483722"/>
          </pc:sldLayoutMkLst>
        </pc:sldLayoutChg>
        <pc:sldLayoutChg chg="del">
          <pc:chgData name="Fahmida Hamid" userId="S::fhamid@callutheran.edu::575dc0a0-3c6d-400f-847b-a75a38d7fed1" providerId="AD" clId="Web-{00000000-0000-0000-0000-000000000000}" dt="2026-09-07T19:23:20.776" v="0"/>
          <pc:sldLayoutMkLst>
            <pc:docMk/>
            <pc:sldMasterMk cId="2715850741" sldId="2147483701"/>
            <pc:sldLayoutMk cId="1144753880" sldId="2147483723"/>
          </pc:sldLayoutMkLst>
        </pc:sldLayoutChg>
        <pc:sldLayoutChg chg="del">
          <pc:chgData name="Fahmida Hamid" userId="S::fhamid@callutheran.edu::575dc0a0-3c6d-400f-847b-a75a38d7fed1" providerId="AD" clId="Web-{00000000-0000-0000-0000-000000000000}" dt="2026-09-07T19:23:20.776" v="0"/>
          <pc:sldLayoutMkLst>
            <pc:docMk/>
            <pc:sldMasterMk cId="2715850741" sldId="2147483701"/>
            <pc:sldLayoutMk cId="4293626812" sldId="2147483724"/>
          </pc:sldLayoutMkLst>
        </pc:sldLayoutChg>
        <pc:sldLayoutChg chg="del">
          <pc:chgData name="Fahmida Hamid" userId="S::fhamid@callutheran.edu::575dc0a0-3c6d-400f-847b-a75a38d7fed1" providerId="AD" clId="Web-{00000000-0000-0000-0000-000000000000}" dt="2026-09-07T19:23:20.776" v="0"/>
          <pc:sldLayoutMkLst>
            <pc:docMk/>
            <pc:sldMasterMk cId="2715850741" sldId="2147483701"/>
            <pc:sldLayoutMk cId="3207200311" sldId="2147483725"/>
          </pc:sldLayoutMkLst>
        </pc:sldLayoutChg>
        <pc:sldLayoutChg chg="del">
          <pc:chgData name="Fahmida Hamid" userId="S::fhamid@callutheran.edu::575dc0a0-3c6d-400f-847b-a75a38d7fed1" providerId="AD" clId="Web-{00000000-0000-0000-0000-000000000000}" dt="2026-09-07T19:23:20.776" v="0"/>
          <pc:sldLayoutMkLst>
            <pc:docMk/>
            <pc:sldMasterMk cId="2715850741" sldId="2147483701"/>
            <pc:sldLayoutMk cId="2415368203" sldId="2147483726"/>
          </pc:sldLayoutMkLst>
        </pc:sldLayoutChg>
        <pc:sldLayoutChg chg="del">
          <pc:chgData name="Fahmida Hamid" userId="S::fhamid@callutheran.edu::575dc0a0-3c6d-400f-847b-a75a38d7fed1" providerId="AD" clId="Web-{00000000-0000-0000-0000-000000000000}" dt="2026-09-07T19:23:20.776" v="0"/>
          <pc:sldLayoutMkLst>
            <pc:docMk/>
            <pc:sldMasterMk cId="2715850741" sldId="2147483701"/>
            <pc:sldLayoutMk cId="4211117343" sldId="2147483727"/>
          </pc:sldLayoutMkLst>
        </pc:sldLayoutChg>
        <pc:sldLayoutChg chg="del">
          <pc:chgData name="Fahmida Hamid" userId="S::fhamid@callutheran.edu::575dc0a0-3c6d-400f-847b-a75a38d7fed1" providerId="AD" clId="Web-{00000000-0000-0000-0000-000000000000}" dt="2026-09-07T19:23:20.776" v="0"/>
          <pc:sldLayoutMkLst>
            <pc:docMk/>
            <pc:sldMasterMk cId="2715850741" sldId="2147483701"/>
            <pc:sldLayoutMk cId="3957953126" sldId="2147483728"/>
          </pc:sldLayoutMkLst>
        </pc:sldLayoutChg>
        <pc:sldLayoutChg chg="del">
          <pc:chgData name="Fahmida Hamid" userId="S::fhamid@callutheran.edu::575dc0a0-3c6d-400f-847b-a75a38d7fed1" providerId="AD" clId="Web-{00000000-0000-0000-0000-000000000000}" dt="2026-09-07T19:23:20.776" v="0"/>
          <pc:sldLayoutMkLst>
            <pc:docMk/>
            <pc:sldMasterMk cId="2715850741" sldId="2147483701"/>
            <pc:sldLayoutMk cId="2620935025" sldId="2147483729"/>
          </pc:sldLayoutMkLst>
        </pc:sldLayoutChg>
      </pc:sldMasterChg>
      <pc:sldMasterChg chg="add del addSldLayout delSldLayout modSldLayout">
        <pc:chgData name="Fahmida Hamid" userId="S::fhamid@callutheran.edu::575dc0a0-3c6d-400f-847b-a75a38d7fed1" providerId="AD" clId="Web-{00000000-0000-0000-0000-000000000000}" dt="2026-09-07T19:23:32.526" v="1"/>
        <pc:sldMasterMkLst>
          <pc:docMk/>
          <pc:sldMasterMk cId="795264548" sldId="2147483730"/>
        </pc:sldMasterMkLst>
        <pc:sldLayoutChg chg="add del mod replId">
          <pc:chgData name="Fahmida Hamid" userId="S::fhamid@callutheran.edu::575dc0a0-3c6d-400f-847b-a75a38d7fed1" providerId="AD" clId="Web-{00000000-0000-0000-0000-000000000000}" dt="2026-09-07T19:23:32.526" v="1"/>
          <pc:sldLayoutMkLst>
            <pc:docMk/>
            <pc:sldMasterMk cId="795264548" sldId="2147483730"/>
            <pc:sldLayoutMk cId="2696632531" sldId="2147483731"/>
          </pc:sldLayoutMkLst>
        </pc:sldLayoutChg>
        <pc:sldLayoutChg chg="add del mod replId">
          <pc:chgData name="Fahmida Hamid" userId="S::fhamid@callutheran.edu::575dc0a0-3c6d-400f-847b-a75a38d7fed1" providerId="AD" clId="Web-{00000000-0000-0000-0000-000000000000}" dt="2026-09-07T19:23:32.526" v="1"/>
          <pc:sldLayoutMkLst>
            <pc:docMk/>
            <pc:sldMasterMk cId="795264548" sldId="2147483730"/>
            <pc:sldLayoutMk cId="2886522790" sldId="2147483732"/>
          </pc:sldLayoutMkLst>
        </pc:sldLayoutChg>
        <pc:sldLayoutChg chg="add del mod replId">
          <pc:chgData name="Fahmida Hamid" userId="S::fhamid@callutheran.edu::575dc0a0-3c6d-400f-847b-a75a38d7fed1" providerId="AD" clId="Web-{00000000-0000-0000-0000-000000000000}" dt="2026-09-07T19:23:32.526" v="1"/>
          <pc:sldLayoutMkLst>
            <pc:docMk/>
            <pc:sldMasterMk cId="795264548" sldId="2147483730"/>
            <pc:sldLayoutMk cId="1565995954" sldId="2147483733"/>
          </pc:sldLayoutMkLst>
        </pc:sldLayoutChg>
        <pc:sldLayoutChg chg="add del mod replId">
          <pc:chgData name="Fahmida Hamid" userId="S::fhamid@callutheran.edu::575dc0a0-3c6d-400f-847b-a75a38d7fed1" providerId="AD" clId="Web-{00000000-0000-0000-0000-000000000000}" dt="2026-09-07T19:23:32.526" v="1"/>
          <pc:sldLayoutMkLst>
            <pc:docMk/>
            <pc:sldMasterMk cId="795264548" sldId="2147483730"/>
            <pc:sldLayoutMk cId="723121378" sldId="2147483734"/>
          </pc:sldLayoutMkLst>
        </pc:sldLayoutChg>
        <pc:sldLayoutChg chg="add del mod replId">
          <pc:chgData name="Fahmida Hamid" userId="S::fhamid@callutheran.edu::575dc0a0-3c6d-400f-847b-a75a38d7fed1" providerId="AD" clId="Web-{00000000-0000-0000-0000-000000000000}" dt="2026-09-07T19:23:32.526" v="1"/>
          <pc:sldLayoutMkLst>
            <pc:docMk/>
            <pc:sldMasterMk cId="795264548" sldId="2147483730"/>
            <pc:sldLayoutMk cId="3812391473" sldId="2147483735"/>
          </pc:sldLayoutMkLst>
        </pc:sldLayoutChg>
        <pc:sldLayoutChg chg="add del mod replId">
          <pc:chgData name="Fahmida Hamid" userId="S::fhamid@callutheran.edu::575dc0a0-3c6d-400f-847b-a75a38d7fed1" providerId="AD" clId="Web-{00000000-0000-0000-0000-000000000000}" dt="2026-09-07T19:23:32.526" v="1"/>
          <pc:sldLayoutMkLst>
            <pc:docMk/>
            <pc:sldMasterMk cId="795264548" sldId="2147483730"/>
            <pc:sldLayoutMk cId="1062308363" sldId="2147483736"/>
          </pc:sldLayoutMkLst>
        </pc:sldLayoutChg>
        <pc:sldLayoutChg chg="add del mod replId">
          <pc:chgData name="Fahmida Hamid" userId="S::fhamid@callutheran.edu::575dc0a0-3c6d-400f-847b-a75a38d7fed1" providerId="AD" clId="Web-{00000000-0000-0000-0000-000000000000}" dt="2026-09-07T19:23:32.526" v="1"/>
          <pc:sldLayoutMkLst>
            <pc:docMk/>
            <pc:sldMasterMk cId="795264548" sldId="2147483730"/>
            <pc:sldLayoutMk cId="2530303396" sldId="2147483737"/>
          </pc:sldLayoutMkLst>
        </pc:sldLayoutChg>
        <pc:sldLayoutChg chg="add del mod replId">
          <pc:chgData name="Fahmida Hamid" userId="S::fhamid@callutheran.edu::575dc0a0-3c6d-400f-847b-a75a38d7fed1" providerId="AD" clId="Web-{00000000-0000-0000-0000-000000000000}" dt="2026-09-07T19:23:32.526" v="1"/>
          <pc:sldLayoutMkLst>
            <pc:docMk/>
            <pc:sldMasterMk cId="795264548" sldId="2147483730"/>
            <pc:sldLayoutMk cId="186548045" sldId="2147483738"/>
          </pc:sldLayoutMkLst>
        </pc:sldLayoutChg>
        <pc:sldLayoutChg chg="add del mod replId">
          <pc:chgData name="Fahmida Hamid" userId="S::fhamid@callutheran.edu::575dc0a0-3c6d-400f-847b-a75a38d7fed1" providerId="AD" clId="Web-{00000000-0000-0000-0000-000000000000}" dt="2026-09-07T19:23:32.526" v="1"/>
          <pc:sldLayoutMkLst>
            <pc:docMk/>
            <pc:sldMasterMk cId="795264548" sldId="2147483730"/>
            <pc:sldLayoutMk cId="3444028342" sldId="2147483739"/>
          </pc:sldLayoutMkLst>
        </pc:sldLayoutChg>
        <pc:sldLayoutChg chg="add del mod replId">
          <pc:chgData name="Fahmida Hamid" userId="S::fhamid@callutheran.edu::575dc0a0-3c6d-400f-847b-a75a38d7fed1" providerId="AD" clId="Web-{00000000-0000-0000-0000-000000000000}" dt="2026-09-07T19:23:32.526" v="1"/>
          <pc:sldLayoutMkLst>
            <pc:docMk/>
            <pc:sldMasterMk cId="795264548" sldId="2147483730"/>
            <pc:sldLayoutMk cId="2618165595" sldId="2147483740"/>
          </pc:sldLayoutMkLst>
        </pc:sldLayoutChg>
        <pc:sldLayoutChg chg="add del mod replId">
          <pc:chgData name="Fahmida Hamid" userId="S::fhamid@callutheran.edu::575dc0a0-3c6d-400f-847b-a75a38d7fed1" providerId="AD" clId="Web-{00000000-0000-0000-0000-000000000000}" dt="2026-09-07T19:23:32.526" v="1"/>
          <pc:sldLayoutMkLst>
            <pc:docMk/>
            <pc:sldMasterMk cId="795264548" sldId="2147483730"/>
            <pc:sldLayoutMk cId="4279715222" sldId="2147483741"/>
          </pc:sldLayoutMkLst>
        </pc:sldLayoutChg>
      </pc:sldMasterChg>
      <pc:sldMasterChg chg="add del addSldLayout delSldLayout modSldLayout">
        <pc:chgData name="Fahmida Hamid" userId="S::fhamid@callutheran.edu::575dc0a0-3c6d-400f-847b-a75a38d7fed1" providerId="AD" clId="Web-{00000000-0000-0000-0000-000000000000}" dt="2026-09-07T19:23:39.761" v="2"/>
        <pc:sldMasterMkLst>
          <pc:docMk/>
          <pc:sldMasterMk cId="2732980341" sldId="2147483742"/>
        </pc:sldMasterMkLst>
        <pc:sldLayoutChg chg="add del mod replId">
          <pc:chgData name="Fahmida Hamid" userId="S::fhamid@callutheran.edu::575dc0a0-3c6d-400f-847b-a75a38d7fed1" providerId="AD" clId="Web-{00000000-0000-0000-0000-000000000000}" dt="2026-09-07T19:23:39.761" v="2"/>
          <pc:sldLayoutMkLst>
            <pc:docMk/>
            <pc:sldMasterMk cId="2732980341" sldId="2147483742"/>
            <pc:sldLayoutMk cId="2826739395" sldId="2147483743"/>
          </pc:sldLayoutMkLst>
        </pc:sldLayoutChg>
        <pc:sldLayoutChg chg="add del mod replId">
          <pc:chgData name="Fahmida Hamid" userId="S::fhamid@callutheran.edu::575dc0a0-3c6d-400f-847b-a75a38d7fed1" providerId="AD" clId="Web-{00000000-0000-0000-0000-000000000000}" dt="2026-09-07T19:23:39.761" v="2"/>
          <pc:sldLayoutMkLst>
            <pc:docMk/>
            <pc:sldMasterMk cId="2732980341" sldId="2147483742"/>
            <pc:sldLayoutMk cId="3794387965" sldId="2147483744"/>
          </pc:sldLayoutMkLst>
        </pc:sldLayoutChg>
        <pc:sldLayoutChg chg="add del mod replId">
          <pc:chgData name="Fahmida Hamid" userId="S::fhamid@callutheran.edu::575dc0a0-3c6d-400f-847b-a75a38d7fed1" providerId="AD" clId="Web-{00000000-0000-0000-0000-000000000000}" dt="2026-09-07T19:23:39.761" v="2"/>
          <pc:sldLayoutMkLst>
            <pc:docMk/>
            <pc:sldMasterMk cId="2732980341" sldId="2147483742"/>
            <pc:sldLayoutMk cId="1716482" sldId="2147483745"/>
          </pc:sldLayoutMkLst>
        </pc:sldLayoutChg>
        <pc:sldLayoutChg chg="add del mod replId">
          <pc:chgData name="Fahmida Hamid" userId="S::fhamid@callutheran.edu::575dc0a0-3c6d-400f-847b-a75a38d7fed1" providerId="AD" clId="Web-{00000000-0000-0000-0000-000000000000}" dt="2026-09-07T19:23:39.761" v="2"/>
          <pc:sldLayoutMkLst>
            <pc:docMk/>
            <pc:sldMasterMk cId="2732980341" sldId="2147483742"/>
            <pc:sldLayoutMk cId="916790950" sldId="2147483746"/>
          </pc:sldLayoutMkLst>
        </pc:sldLayoutChg>
        <pc:sldLayoutChg chg="add del mod replId">
          <pc:chgData name="Fahmida Hamid" userId="S::fhamid@callutheran.edu::575dc0a0-3c6d-400f-847b-a75a38d7fed1" providerId="AD" clId="Web-{00000000-0000-0000-0000-000000000000}" dt="2026-09-07T19:23:39.761" v="2"/>
          <pc:sldLayoutMkLst>
            <pc:docMk/>
            <pc:sldMasterMk cId="2732980341" sldId="2147483742"/>
            <pc:sldLayoutMk cId="1077192525" sldId="2147483747"/>
          </pc:sldLayoutMkLst>
        </pc:sldLayoutChg>
        <pc:sldLayoutChg chg="add del mod replId">
          <pc:chgData name="Fahmida Hamid" userId="S::fhamid@callutheran.edu::575dc0a0-3c6d-400f-847b-a75a38d7fed1" providerId="AD" clId="Web-{00000000-0000-0000-0000-000000000000}" dt="2026-09-07T19:23:39.761" v="2"/>
          <pc:sldLayoutMkLst>
            <pc:docMk/>
            <pc:sldMasterMk cId="2732980341" sldId="2147483742"/>
            <pc:sldLayoutMk cId="2589452474" sldId="2147483748"/>
          </pc:sldLayoutMkLst>
        </pc:sldLayoutChg>
        <pc:sldLayoutChg chg="add del mod replId">
          <pc:chgData name="Fahmida Hamid" userId="S::fhamid@callutheran.edu::575dc0a0-3c6d-400f-847b-a75a38d7fed1" providerId="AD" clId="Web-{00000000-0000-0000-0000-000000000000}" dt="2026-09-07T19:23:39.761" v="2"/>
          <pc:sldLayoutMkLst>
            <pc:docMk/>
            <pc:sldMasterMk cId="2732980341" sldId="2147483742"/>
            <pc:sldLayoutMk cId="194970794" sldId="2147483749"/>
          </pc:sldLayoutMkLst>
        </pc:sldLayoutChg>
        <pc:sldLayoutChg chg="add del mod replId">
          <pc:chgData name="Fahmida Hamid" userId="S::fhamid@callutheran.edu::575dc0a0-3c6d-400f-847b-a75a38d7fed1" providerId="AD" clId="Web-{00000000-0000-0000-0000-000000000000}" dt="2026-09-07T19:23:39.761" v="2"/>
          <pc:sldLayoutMkLst>
            <pc:docMk/>
            <pc:sldMasterMk cId="2732980341" sldId="2147483742"/>
            <pc:sldLayoutMk cId="4001697421" sldId="2147483750"/>
          </pc:sldLayoutMkLst>
        </pc:sldLayoutChg>
        <pc:sldLayoutChg chg="add del mod replId">
          <pc:chgData name="Fahmida Hamid" userId="S::fhamid@callutheran.edu::575dc0a0-3c6d-400f-847b-a75a38d7fed1" providerId="AD" clId="Web-{00000000-0000-0000-0000-000000000000}" dt="2026-09-07T19:23:39.761" v="2"/>
          <pc:sldLayoutMkLst>
            <pc:docMk/>
            <pc:sldMasterMk cId="2732980341" sldId="2147483742"/>
            <pc:sldLayoutMk cId="3381948506" sldId="2147483751"/>
          </pc:sldLayoutMkLst>
        </pc:sldLayoutChg>
        <pc:sldLayoutChg chg="add del mod replId">
          <pc:chgData name="Fahmida Hamid" userId="S::fhamid@callutheran.edu::575dc0a0-3c6d-400f-847b-a75a38d7fed1" providerId="AD" clId="Web-{00000000-0000-0000-0000-000000000000}" dt="2026-09-07T19:23:39.761" v="2"/>
          <pc:sldLayoutMkLst>
            <pc:docMk/>
            <pc:sldMasterMk cId="2732980341" sldId="2147483742"/>
            <pc:sldLayoutMk cId="2805516500" sldId="2147483752"/>
          </pc:sldLayoutMkLst>
        </pc:sldLayoutChg>
        <pc:sldLayoutChg chg="add del mod replId">
          <pc:chgData name="Fahmida Hamid" userId="S::fhamid@callutheran.edu::575dc0a0-3c6d-400f-847b-a75a38d7fed1" providerId="AD" clId="Web-{00000000-0000-0000-0000-000000000000}" dt="2026-09-07T19:23:39.761" v="2"/>
          <pc:sldLayoutMkLst>
            <pc:docMk/>
            <pc:sldMasterMk cId="2732980341" sldId="2147483742"/>
            <pc:sldLayoutMk cId="2008913635" sldId="2147483753"/>
          </pc:sldLayoutMkLst>
        </pc:sldLayoutChg>
        <pc:sldLayoutChg chg="add del mod replId">
          <pc:chgData name="Fahmida Hamid" userId="S::fhamid@callutheran.edu::575dc0a0-3c6d-400f-847b-a75a38d7fed1" providerId="AD" clId="Web-{00000000-0000-0000-0000-000000000000}" dt="2026-09-07T19:23:39.761" v="2"/>
          <pc:sldLayoutMkLst>
            <pc:docMk/>
            <pc:sldMasterMk cId="2732980341" sldId="2147483742"/>
            <pc:sldLayoutMk cId="3864314937" sldId="2147483754"/>
          </pc:sldLayoutMkLst>
        </pc:sldLayoutChg>
        <pc:sldLayoutChg chg="add del mod replId">
          <pc:chgData name="Fahmida Hamid" userId="S::fhamid@callutheran.edu::575dc0a0-3c6d-400f-847b-a75a38d7fed1" providerId="AD" clId="Web-{00000000-0000-0000-0000-000000000000}" dt="2026-09-07T19:23:39.761" v="2"/>
          <pc:sldLayoutMkLst>
            <pc:docMk/>
            <pc:sldMasterMk cId="2732980341" sldId="2147483742"/>
            <pc:sldLayoutMk cId="1773864684" sldId="2147483755"/>
          </pc:sldLayoutMkLst>
        </pc:sldLayoutChg>
        <pc:sldLayoutChg chg="add del mod replId">
          <pc:chgData name="Fahmida Hamid" userId="S::fhamid@callutheran.edu::575dc0a0-3c6d-400f-847b-a75a38d7fed1" providerId="AD" clId="Web-{00000000-0000-0000-0000-000000000000}" dt="2026-09-07T19:23:39.761" v="2"/>
          <pc:sldLayoutMkLst>
            <pc:docMk/>
            <pc:sldMasterMk cId="2732980341" sldId="2147483742"/>
            <pc:sldLayoutMk cId="1803404918" sldId="2147483756"/>
          </pc:sldLayoutMkLst>
        </pc:sldLayoutChg>
        <pc:sldLayoutChg chg="add del mod replId">
          <pc:chgData name="Fahmida Hamid" userId="S::fhamid@callutheran.edu::575dc0a0-3c6d-400f-847b-a75a38d7fed1" providerId="AD" clId="Web-{00000000-0000-0000-0000-000000000000}" dt="2026-09-07T19:23:39.761" v="2"/>
          <pc:sldLayoutMkLst>
            <pc:docMk/>
            <pc:sldMasterMk cId="2732980341" sldId="2147483742"/>
            <pc:sldLayoutMk cId="1577224753" sldId="2147483757"/>
          </pc:sldLayoutMkLst>
        </pc:sldLayoutChg>
        <pc:sldLayoutChg chg="add del mod replId">
          <pc:chgData name="Fahmida Hamid" userId="S::fhamid@callutheran.edu::575dc0a0-3c6d-400f-847b-a75a38d7fed1" providerId="AD" clId="Web-{00000000-0000-0000-0000-000000000000}" dt="2026-09-07T19:23:39.761" v="2"/>
          <pc:sldLayoutMkLst>
            <pc:docMk/>
            <pc:sldMasterMk cId="2732980341" sldId="2147483742"/>
            <pc:sldLayoutMk cId="502891669" sldId="2147483758"/>
          </pc:sldLayoutMkLst>
        </pc:sldLayoutChg>
        <pc:sldLayoutChg chg="add del mod replId">
          <pc:chgData name="Fahmida Hamid" userId="S::fhamid@callutheran.edu::575dc0a0-3c6d-400f-847b-a75a38d7fed1" providerId="AD" clId="Web-{00000000-0000-0000-0000-000000000000}" dt="2026-09-07T19:23:39.761" v="2"/>
          <pc:sldLayoutMkLst>
            <pc:docMk/>
            <pc:sldMasterMk cId="2732980341" sldId="2147483742"/>
            <pc:sldLayoutMk cId="1028286525" sldId="2147483759"/>
          </pc:sldLayoutMkLst>
        </pc:sldLayoutChg>
        <pc:sldLayoutChg chg="add del mod replId">
          <pc:chgData name="Fahmida Hamid" userId="S::fhamid@callutheran.edu::575dc0a0-3c6d-400f-847b-a75a38d7fed1" providerId="AD" clId="Web-{00000000-0000-0000-0000-000000000000}" dt="2026-09-07T19:23:39.761" v="2"/>
          <pc:sldLayoutMkLst>
            <pc:docMk/>
            <pc:sldMasterMk cId="2732980341" sldId="2147483742"/>
            <pc:sldLayoutMk cId="3125511349" sldId="2147483760"/>
          </pc:sldLayoutMkLst>
        </pc:sldLayoutChg>
        <pc:sldLayoutChg chg="add del mod replId">
          <pc:chgData name="Fahmida Hamid" userId="S::fhamid@callutheran.edu::575dc0a0-3c6d-400f-847b-a75a38d7fed1" providerId="AD" clId="Web-{00000000-0000-0000-0000-000000000000}" dt="2026-09-07T19:23:39.761" v="2"/>
          <pc:sldLayoutMkLst>
            <pc:docMk/>
            <pc:sldMasterMk cId="2732980341" sldId="2147483742"/>
            <pc:sldLayoutMk cId="1767372364" sldId="2147483761"/>
          </pc:sldLayoutMkLst>
        </pc:sldLayoutChg>
        <pc:sldLayoutChg chg="add del mod replId">
          <pc:chgData name="Fahmida Hamid" userId="S::fhamid@callutheran.edu::575dc0a0-3c6d-400f-847b-a75a38d7fed1" providerId="AD" clId="Web-{00000000-0000-0000-0000-000000000000}" dt="2026-09-07T19:23:39.761" v="2"/>
          <pc:sldLayoutMkLst>
            <pc:docMk/>
            <pc:sldMasterMk cId="2732980341" sldId="2147483742"/>
            <pc:sldLayoutMk cId="3783539281" sldId="2147483762"/>
          </pc:sldLayoutMkLst>
        </pc:sldLayoutChg>
        <pc:sldLayoutChg chg="add del mod replId">
          <pc:chgData name="Fahmida Hamid" userId="S::fhamid@callutheran.edu::575dc0a0-3c6d-400f-847b-a75a38d7fed1" providerId="AD" clId="Web-{00000000-0000-0000-0000-000000000000}" dt="2026-09-07T19:23:39.761" v="2"/>
          <pc:sldLayoutMkLst>
            <pc:docMk/>
            <pc:sldMasterMk cId="2732980341" sldId="2147483742"/>
            <pc:sldLayoutMk cId="1597807478" sldId="2147483763"/>
          </pc:sldLayoutMkLst>
        </pc:sldLayoutChg>
        <pc:sldLayoutChg chg="add del mod replId">
          <pc:chgData name="Fahmida Hamid" userId="S::fhamid@callutheran.edu::575dc0a0-3c6d-400f-847b-a75a38d7fed1" providerId="AD" clId="Web-{00000000-0000-0000-0000-000000000000}" dt="2026-09-07T19:23:39.761" v="2"/>
          <pc:sldLayoutMkLst>
            <pc:docMk/>
            <pc:sldMasterMk cId="2732980341" sldId="2147483742"/>
            <pc:sldLayoutMk cId="2008949244" sldId="2147483764"/>
          </pc:sldLayoutMkLst>
        </pc:sldLayoutChg>
        <pc:sldLayoutChg chg="add del mod replId">
          <pc:chgData name="Fahmida Hamid" userId="S::fhamid@callutheran.edu::575dc0a0-3c6d-400f-847b-a75a38d7fed1" providerId="AD" clId="Web-{00000000-0000-0000-0000-000000000000}" dt="2026-09-07T19:23:39.761" v="2"/>
          <pc:sldLayoutMkLst>
            <pc:docMk/>
            <pc:sldMasterMk cId="2732980341" sldId="2147483742"/>
            <pc:sldLayoutMk cId="3177118164" sldId="2147483765"/>
          </pc:sldLayoutMkLst>
        </pc:sldLayoutChg>
        <pc:sldLayoutChg chg="add del mod replId">
          <pc:chgData name="Fahmida Hamid" userId="S::fhamid@callutheran.edu::575dc0a0-3c6d-400f-847b-a75a38d7fed1" providerId="AD" clId="Web-{00000000-0000-0000-0000-000000000000}" dt="2026-09-07T19:23:39.761" v="2"/>
          <pc:sldLayoutMkLst>
            <pc:docMk/>
            <pc:sldMasterMk cId="2732980341" sldId="2147483742"/>
            <pc:sldLayoutMk cId="521978802" sldId="2147483766"/>
          </pc:sldLayoutMkLst>
        </pc:sldLayoutChg>
        <pc:sldLayoutChg chg="add del mod replId">
          <pc:chgData name="Fahmida Hamid" userId="S::fhamid@callutheran.edu::575dc0a0-3c6d-400f-847b-a75a38d7fed1" providerId="AD" clId="Web-{00000000-0000-0000-0000-000000000000}" dt="2026-09-07T19:23:39.761" v="2"/>
          <pc:sldLayoutMkLst>
            <pc:docMk/>
            <pc:sldMasterMk cId="2732980341" sldId="2147483742"/>
            <pc:sldLayoutMk cId="757704758" sldId="2147483767"/>
          </pc:sldLayoutMkLst>
        </pc:sldLayoutChg>
        <pc:sldLayoutChg chg="add del mod replId">
          <pc:chgData name="Fahmida Hamid" userId="S::fhamid@callutheran.edu::575dc0a0-3c6d-400f-847b-a75a38d7fed1" providerId="AD" clId="Web-{00000000-0000-0000-0000-000000000000}" dt="2026-09-07T19:23:39.761" v="2"/>
          <pc:sldLayoutMkLst>
            <pc:docMk/>
            <pc:sldMasterMk cId="2732980341" sldId="2147483742"/>
            <pc:sldLayoutMk cId="1047554386" sldId="2147483768"/>
          </pc:sldLayoutMkLst>
        </pc:sldLayoutChg>
        <pc:sldLayoutChg chg="add del mod replId">
          <pc:chgData name="Fahmida Hamid" userId="S::fhamid@callutheran.edu::575dc0a0-3c6d-400f-847b-a75a38d7fed1" providerId="AD" clId="Web-{00000000-0000-0000-0000-000000000000}" dt="2026-09-07T19:23:39.761" v="2"/>
          <pc:sldLayoutMkLst>
            <pc:docMk/>
            <pc:sldMasterMk cId="2732980341" sldId="2147483742"/>
            <pc:sldLayoutMk cId="3484873633" sldId="2147483769"/>
          </pc:sldLayoutMkLst>
        </pc:sldLayoutChg>
        <pc:sldLayoutChg chg="add del mod replId">
          <pc:chgData name="Fahmida Hamid" userId="S::fhamid@callutheran.edu::575dc0a0-3c6d-400f-847b-a75a38d7fed1" providerId="AD" clId="Web-{00000000-0000-0000-0000-000000000000}" dt="2026-09-07T19:23:39.761" v="2"/>
          <pc:sldLayoutMkLst>
            <pc:docMk/>
            <pc:sldMasterMk cId="2732980341" sldId="2147483742"/>
            <pc:sldLayoutMk cId="3330389020" sldId="2147483770"/>
          </pc:sldLayoutMkLst>
        </pc:sldLayoutChg>
      </pc:sldMasterChg>
      <pc:sldMasterChg chg="add del addSldLayout delSldLayout modSldLayout">
        <pc:chgData name="Fahmida Hamid" userId="S::fhamid@callutheran.edu::575dc0a0-3c6d-400f-847b-a75a38d7fed1" providerId="AD" clId="Web-{00000000-0000-0000-0000-000000000000}" dt="2026-09-07T19:43:35.196" v="87"/>
        <pc:sldMasterMkLst>
          <pc:docMk/>
          <pc:sldMasterMk cId="614900176" sldId="2147483771"/>
        </pc:sldMasterMkLst>
        <pc:sldLayoutChg chg="add del mod replId">
          <pc:chgData name="Fahmida Hamid" userId="S::fhamid@callutheran.edu::575dc0a0-3c6d-400f-847b-a75a38d7fed1" providerId="AD" clId="Web-{00000000-0000-0000-0000-000000000000}" dt="2026-09-07T19:43:35.196" v="87"/>
          <pc:sldLayoutMkLst>
            <pc:docMk/>
            <pc:sldMasterMk cId="614900176" sldId="2147483771"/>
            <pc:sldLayoutMk cId="2374259202" sldId="2147483772"/>
          </pc:sldLayoutMkLst>
        </pc:sldLayoutChg>
        <pc:sldLayoutChg chg="add del mod replId">
          <pc:chgData name="Fahmida Hamid" userId="S::fhamid@callutheran.edu::575dc0a0-3c6d-400f-847b-a75a38d7fed1" providerId="AD" clId="Web-{00000000-0000-0000-0000-000000000000}" dt="2026-09-07T19:43:35.196" v="87"/>
          <pc:sldLayoutMkLst>
            <pc:docMk/>
            <pc:sldMasterMk cId="614900176" sldId="2147483771"/>
            <pc:sldLayoutMk cId="422860257" sldId="2147483773"/>
          </pc:sldLayoutMkLst>
        </pc:sldLayoutChg>
        <pc:sldLayoutChg chg="add del mod replId">
          <pc:chgData name="Fahmida Hamid" userId="S::fhamid@callutheran.edu::575dc0a0-3c6d-400f-847b-a75a38d7fed1" providerId="AD" clId="Web-{00000000-0000-0000-0000-000000000000}" dt="2026-09-07T19:43:35.196" v="87"/>
          <pc:sldLayoutMkLst>
            <pc:docMk/>
            <pc:sldMasterMk cId="614900176" sldId="2147483771"/>
            <pc:sldLayoutMk cId="295051516" sldId="2147483774"/>
          </pc:sldLayoutMkLst>
        </pc:sldLayoutChg>
        <pc:sldLayoutChg chg="add del mod replId">
          <pc:chgData name="Fahmida Hamid" userId="S::fhamid@callutheran.edu::575dc0a0-3c6d-400f-847b-a75a38d7fed1" providerId="AD" clId="Web-{00000000-0000-0000-0000-000000000000}" dt="2026-09-07T19:43:35.196" v="87"/>
          <pc:sldLayoutMkLst>
            <pc:docMk/>
            <pc:sldMasterMk cId="614900176" sldId="2147483771"/>
            <pc:sldLayoutMk cId="590036026" sldId="2147483775"/>
          </pc:sldLayoutMkLst>
        </pc:sldLayoutChg>
        <pc:sldLayoutChg chg="add del mod replId">
          <pc:chgData name="Fahmida Hamid" userId="S::fhamid@callutheran.edu::575dc0a0-3c6d-400f-847b-a75a38d7fed1" providerId="AD" clId="Web-{00000000-0000-0000-0000-000000000000}" dt="2026-09-07T19:43:35.196" v="87"/>
          <pc:sldLayoutMkLst>
            <pc:docMk/>
            <pc:sldMasterMk cId="614900176" sldId="2147483771"/>
            <pc:sldLayoutMk cId="4137149565" sldId="2147483776"/>
          </pc:sldLayoutMkLst>
        </pc:sldLayoutChg>
        <pc:sldLayoutChg chg="add del mod replId">
          <pc:chgData name="Fahmida Hamid" userId="S::fhamid@callutheran.edu::575dc0a0-3c6d-400f-847b-a75a38d7fed1" providerId="AD" clId="Web-{00000000-0000-0000-0000-000000000000}" dt="2026-09-07T19:43:35.196" v="87"/>
          <pc:sldLayoutMkLst>
            <pc:docMk/>
            <pc:sldMasterMk cId="614900176" sldId="2147483771"/>
            <pc:sldLayoutMk cId="2688700942" sldId="2147483777"/>
          </pc:sldLayoutMkLst>
        </pc:sldLayoutChg>
        <pc:sldLayoutChg chg="add del mod replId">
          <pc:chgData name="Fahmida Hamid" userId="S::fhamid@callutheran.edu::575dc0a0-3c6d-400f-847b-a75a38d7fed1" providerId="AD" clId="Web-{00000000-0000-0000-0000-000000000000}" dt="2026-09-07T19:43:35.196" v="87"/>
          <pc:sldLayoutMkLst>
            <pc:docMk/>
            <pc:sldMasterMk cId="614900176" sldId="2147483771"/>
            <pc:sldLayoutMk cId="2930233654" sldId="2147483778"/>
          </pc:sldLayoutMkLst>
        </pc:sldLayoutChg>
        <pc:sldLayoutChg chg="add del mod replId">
          <pc:chgData name="Fahmida Hamid" userId="S::fhamid@callutheran.edu::575dc0a0-3c6d-400f-847b-a75a38d7fed1" providerId="AD" clId="Web-{00000000-0000-0000-0000-000000000000}" dt="2026-09-07T19:43:35.196" v="87"/>
          <pc:sldLayoutMkLst>
            <pc:docMk/>
            <pc:sldMasterMk cId="614900176" sldId="2147483771"/>
            <pc:sldLayoutMk cId="2312901466" sldId="2147483779"/>
          </pc:sldLayoutMkLst>
        </pc:sldLayoutChg>
        <pc:sldLayoutChg chg="add del mod replId">
          <pc:chgData name="Fahmida Hamid" userId="S::fhamid@callutheran.edu::575dc0a0-3c6d-400f-847b-a75a38d7fed1" providerId="AD" clId="Web-{00000000-0000-0000-0000-000000000000}" dt="2026-09-07T19:43:35.196" v="87"/>
          <pc:sldLayoutMkLst>
            <pc:docMk/>
            <pc:sldMasterMk cId="614900176" sldId="2147483771"/>
            <pc:sldLayoutMk cId="3265663792" sldId="2147483780"/>
          </pc:sldLayoutMkLst>
        </pc:sldLayoutChg>
        <pc:sldLayoutChg chg="add del mod replId">
          <pc:chgData name="Fahmida Hamid" userId="S::fhamid@callutheran.edu::575dc0a0-3c6d-400f-847b-a75a38d7fed1" providerId="AD" clId="Web-{00000000-0000-0000-0000-000000000000}" dt="2026-09-07T19:43:35.196" v="87"/>
          <pc:sldLayoutMkLst>
            <pc:docMk/>
            <pc:sldMasterMk cId="614900176" sldId="2147483771"/>
            <pc:sldLayoutMk cId="1970508770" sldId="2147483781"/>
          </pc:sldLayoutMkLst>
        </pc:sldLayoutChg>
        <pc:sldLayoutChg chg="add del mod replId">
          <pc:chgData name="Fahmida Hamid" userId="S::fhamid@callutheran.edu::575dc0a0-3c6d-400f-847b-a75a38d7fed1" providerId="AD" clId="Web-{00000000-0000-0000-0000-000000000000}" dt="2026-09-07T19:43:35.196" v="87"/>
          <pc:sldLayoutMkLst>
            <pc:docMk/>
            <pc:sldMasterMk cId="614900176" sldId="2147483771"/>
            <pc:sldLayoutMk cId="23470358" sldId="2147483782"/>
          </pc:sldLayoutMkLst>
        </pc:sldLayoutChg>
      </pc:sldMasterChg>
      <pc:sldMasterChg chg="add addSldLayout modSldLayout">
        <pc:chgData name="Fahmida Hamid" userId="S::fhamid@callutheran.edu::575dc0a0-3c6d-400f-847b-a75a38d7fed1" providerId="AD" clId="Web-{00000000-0000-0000-0000-000000000000}" dt="2026-09-07T19:43:35.196" v="87"/>
        <pc:sldMasterMkLst>
          <pc:docMk/>
          <pc:sldMasterMk cId="1238526618" sldId="2147483783"/>
        </pc:sldMasterMkLst>
        <pc:sldLayoutChg chg="add mod replId">
          <pc:chgData name="Fahmida Hamid" userId="S::fhamid@callutheran.edu::575dc0a0-3c6d-400f-847b-a75a38d7fed1" providerId="AD" clId="Web-{00000000-0000-0000-0000-000000000000}" dt="2026-09-07T19:43:35.196" v="87"/>
          <pc:sldLayoutMkLst>
            <pc:docMk/>
            <pc:sldMasterMk cId="1238526618" sldId="2147483783"/>
            <pc:sldLayoutMk cId="228594082" sldId="2147483784"/>
          </pc:sldLayoutMkLst>
        </pc:sldLayoutChg>
        <pc:sldLayoutChg chg="add mod replId">
          <pc:chgData name="Fahmida Hamid" userId="S::fhamid@callutheran.edu::575dc0a0-3c6d-400f-847b-a75a38d7fed1" providerId="AD" clId="Web-{00000000-0000-0000-0000-000000000000}" dt="2026-09-07T19:43:35.196" v="87"/>
          <pc:sldLayoutMkLst>
            <pc:docMk/>
            <pc:sldMasterMk cId="1238526618" sldId="2147483783"/>
            <pc:sldLayoutMk cId="1399649324" sldId="2147483785"/>
          </pc:sldLayoutMkLst>
        </pc:sldLayoutChg>
        <pc:sldLayoutChg chg="add mod replId">
          <pc:chgData name="Fahmida Hamid" userId="S::fhamid@callutheran.edu::575dc0a0-3c6d-400f-847b-a75a38d7fed1" providerId="AD" clId="Web-{00000000-0000-0000-0000-000000000000}" dt="2026-09-07T19:43:35.196" v="87"/>
          <pc:sldLayoutMkLst>
            <pc:docMk/>
            <pc:sldMasterMk cId="1238526618" sldId="2147483783"/>
            <pc:sldLayoutMk cId="3670563322" sldId="2147483786"/>
          </pc:sldLayoutMkLst>
        </pc:sldLayoutChg>
        <pc:sldLayoutChg chg="add mod replId">
          <pc:chgData name="Fahmida Hamid" userId="S::fhamid@callutheran.edu::575dc0a0-3c6d-400f-847b-a75a38d7fed1" providerId="AD" clId="Web-{00000000-0000-0000-0000-000000000000}" dt="2026-09-07T19:43:35.196" v="87"/>
          <pc:sldLayoutMkLst>
            <pc:docMk/>
            <pc:sldMasterMk cId="1238526618" sldId="2147483783"/>
            <pc:sldLayoutMk cId="974658939" sldId="2147483787"/>
          </pc:sldLayoutMkLst>
        </pc:sldLayoutChg>
        <pc:sldLayoutChg chg="add mod replId">
          <pc:chgData name="Fahmida Hamid" userId="S::fhamid@callutheran.edu::575dc0a0-3c6d-400f-847b-a75a38d7fed1" providerId="AD" clId="Web-{00000000-0000-0000-0000-000000000000}" dt="2026-09-07T19:43:35.196" v="87"/>
          <pc:sldLayoutMkLst>
            <pc:docMk/>
            <pc:sldMasterMk cId="1238526618" sldId="2147483783"/>
            <pc:sldLayoutMk cId="3246083481" sldId="2147483788"/>
          </pc:sldLayoutMkLst>
        </pc:sldLayoutChg>
        <pc:sldLayoutChg chg="add mod replId">
          <pc:chgData name="Fahmida Hamid" userId="S::fhamid@callutheran.edu::575dc0a0-3c6d-400f-847b-a75a38d7fed1" providerId="AD" clId="Web-{00000000-0000-0000-0000-000000000000}" dt="2026-09-07T19:43:35.196" v="87"/>
          <pc:sldLayoutMkLst>
            <pc:docMk/>
            <pc:sldMasterMk cId="1238526618" sldId="2147483783"/>
            <pc:sldLayoutMk cId="877526632" sldId="2147483789"/>
          </pc:sldLayoutMkLst>
        </pc:sldLayoutChg>
        <pc:sldLayoutChg chg="add mod replId">
          <pc:chgData name="Fahmida Hamid" userId="S::fhamid@callutheran.edu::575dc0a0-3c6d-400f-847b-a75a38d7fed1" providerId="AD" clId="Web-{00000000-0000-0000-0000-000000000000}" dt="2026-09-07T19:43:35.196" v="87"/>
          <pc:sldLayoutMkLst>
            <pc:docMk/>
            <pc:sldMasterMk cId="1238526618" sldId="2147483783"/>
            <pc:sldLayoutMk cId="322408070" sldId="2147483790"/>
          </pc:sldLayoutMkLst>
        </pc:sldLayoutChg>
        <pc:sldLayoutChg chg="add mod replId">
          <pc:chgData name="Fahmida Hamid" userId="S::fhamid@callutheran.edu::575dc0a0-3c6d-400f-847b-a75a38d7fed1" providerId="AD" clId="Web-{00000000-0000-0000-0000-000000000000}" dt="2026-09-07T19:43:35.196" v="87"/>
          <pc:sldLayoutMkLst>
            <pc:docMk/>
            <pc:sldMasterMk cId="1238526618" sldId="2147483783"/>
            <pc:sldLayoutMk cId="3467282953" sldId="2147483791"/>
          </pc:sldLayoutMkLst>
        </pc:sldLayoutChg>
        <pc:sldLayoutChg chg="add mod replId">
          <pc:chgData name="Fahmida Hamid" userId="S::fhamid@callutheran.edu::575dc0a0-3c6d-400f-847b-a75a38d7fed1" providerId="AD" clId="Web-{00000000-0000-0000-0000-000000000000}" dt="2026-09-07T19:43:35.196" v="87"/>
          <pc:sldLayoutMkLst>
            <pc:docMk/>
            <pc:sldMasterMk cId="1238526618" sldId="2147483783"/>
            <pc:sldLayoutMk cId="2753268246" sldId="2147483792"/>
          </pc:sldLayoutMkLst>
        </pc:sldLayoutChg>
        <pc:sldLayoutChg chg="add mod replId">
          <pc:chgData name="Fahmida Hamid" userId="S::fhamid@callutheran.edu::575dc0a0-3c6d-400f-847b-a75a38d7fed1" providerId="AD" clId="Web-{00000000-0000-0000-0000-000000000000}" dt="2026-09-07T19:43:35.196" v="87"/>
          <pc:sldLayoutMkLst>
            <pc:docMk/>
            <pc:sldMasterMk cId="1238526618" sldId="2147483783"/>
            <pc:sldLayoutMk cId="440227727" sldId="2147483793"/>
          </pc:sldLayoutMkLst>
        </pc:sldLayoutChg>
        <pc:sldLayoutChg chg="add mod replId">
          <pc:chgData name="Fahmida Hamid" userId="S::fhamid@callutheran.edu::575dc0a0-3c6d-400f-847b-a75a38d7fed1" providerId="AD" clId="Web-{00000000-0000-0000-0000-000000000000}" dt="2026-09-07T19:43:35.196" v="87"/>
          <pc:sldLayoutMkLst>
            <pc:docMk/>
            <pc:sldMasterMk cId="1238526618" sldId="2147483783"/>
            <pc:sldLayoutMk cId="3727312277" sldId="2147483794"/>
          </pc:sldLayoutMkLst>
        </pc:sldLayoutChg>
      </pc:sldMasterChg>
    </pc:docChg>
  </pc:docChgLst>
  <pc:docChgLst>
    <pc:chgData name="Fahmida Hamid" userId="S::fhamid@callutheran.edu::575dc0a0-3c6d-400f-847b-a75a38d7fed1" providerId="AD" clId="Web-{B2553248-F499-414D-15BB-46D7D9B0FB94}"/>
    <pc:docChg chg="mod modSld addMainMaster delMainMaster">
      <pc:chgData name="Fahmida Hamid" userId="S::fhamid@callutheran.edu::575dc0a0-3c6d-400f-847b-a75a38d7fed1" providerId="AD" clId="Web-{B2553248-F499-414D-15BB-46D7D9B0FB94}" dt="2026-09-07T19:23:09.549" v="1"/>
      <pc:docMkLst>
        <pc:docMk/>
      </pc:docMkLst>
      <pc:sldChg chg="modSp mod modClrScheme chgLayout">
        <pc:chgData name="Fahmida Hamid" userId="S::fhamid@callutheran.edu::575dc0a0-3c6d-400f-847b-a75a38d7fed1" providerId="AD" clId="Web-{B2553248-F499-414D-15BB-46D7D9B0FB94}" dt="2026-09-07T19:23:09.549" v="1"/>
        <pc:sldMkLst>
          <pc:docMk/>
          <pc:sldMk cId="109857222" sldId="256"/>
        </pc:sldMkLst>
        <pc:spChg chg="mod ord">
          <ac:chgData name="Fahmida Hamid" userId="S::fhamid@callutheran.edu::575dc0a0-3c6d-400f-847b-a75a38d7fed1" providerId="AD" clId="Web-{B2553248-F499-414D-15BB-46D7D9B0FB94}" dt="2026-09-07T19:23:09.549" v="1"/>
          <ac:spMkLst>
            <pc:docMk/>
            <pc:sldMk cId="109857222" sldId="256"/>
            <ac:spMk id="2" creationId="{00000000-0000-0000-0000-000000000000}"/>
          </ac:spMkLst>
        </pc:spChg>
        <pc:spChg chg="mod ord">
          <ac:chgData name="Fahmida Hamid" userId="S::fhamid@callutheran.edu::575dc0a0-3c6d-400f-847b-a75a38d7fed1" providerId="AD" clId="Web-{B2553248-F499-414D-15BB-46D7D9B0FB94}" dt="2026-09-07T19:23:09.549" v="1"/>
          <ac:spMkLst>
            <pc:docMk/>
            <pc:sldMk cId="109857222" sldId="256"/>
            <ac:spMk id="3" creationId="{00000000-0000-0000-0000-000000000000}"/>
          </ac:spMkLst>
        </pc:spChg>
      </pc:sldChg>
      <pc:sldMasterChg chg="del delSldLayout">
        <pc:chgData name="Fahmida Hamid" userId="S::fhamid@callutheran.edu::575dc0a0-3c6d-400f-847b-a75a38d7fed1" providerId="AD" clId="Web-{B2553248-F499-414D-15BB-46D7D9B0FB94}" dt="2026-09-07T19:23:07.814" v="0"/>
        <pc:sldMasterMkLst>
          <pc:docMk/>
          <pc:sldMasterMk cId="2460954070" sldId="2147483660"/>
        </pc:sldMasterMkLst>
        <pc:sldLayoutChg chg="del">
          <pc:chgData name="Fahmida Hamid" userId="S::fhamid@callutheran.edu::575dc0a0-3c6d-400f-847b-a75a38d7fed1" providerId="AD" clId="Web-{B2553248-F499-414D-15BB-46D7D9B0FB94}" dt="2026-09-07T19:23:07.814" v="0"/>
          <pc:sldLayoutMkLst>
            <pc:docMk/>
            <pc:sldMasterMk cId="2460954070" sldId="2147483660"/>
            <pc:sldLayoutMk cId="2385387890" sldId="2147483661"/>
          </pc:sldLayoutMkLst>
        </pc:sldLayoutChg>
        <pc:sldLayoutChg chg="del">
          <pc:chgData name="Fahmida Hamid" userId="S::fhamid@callutheran.edu::575dc0a0-3c6d-400f-847b-a75a38d7fed1" providerId="AD" clId="Web-{B2553248-F499-414D-15BB-46D7D9B0FB94}" dt="2026-09-07T19:23:07.814" v="0"/>
          <pc:sldLayoutMkLst>
            <pc:docMk/>
            <pc:sldMasterMk cId="2460954070" sldId="2147483660"/>
            <pc:sldLayoutMk cId="949138452" sldId="2147483662"/>
          </pc:sldLayoutMkLst>
        </pc:sldLayoutChg>
        <pc:sldLayoutChg chg="del">
          <pc:chgData name="Fahmida Hamid" userId="S::fhamid@callutheran.edu::575dc0a0-3c6d-400f-847b-a75a38d7fed1" providerId="AD" clId="Web-{B2553248-F499-414D-15BB-46D7D9B0FB94}" dt="2026-09-07T19:23:07.814" v="0"/>
          <pc:sldLayoutMkLst>
            <pc:docMk/>
            <pc:sldMasterMk cId="2460954070" sldId="2147483660"/>
            <pc:sldLayoutMk cId="2591524520" sldId="2147483663"/>
          </pc:sldLayoutMkLst>
        </pc:sldLayoutChg>
        <pc:sldLayoutChg chg="del">
          <pc:chgData name="Fahmida Hamid" userId="S::fhamid@callutheran.edu::575dc0a0-3c6d-400f-847b-a75a38d7fed1" providerId="AD" clId="Web-{B2553248-F499-414D-15BB-46D7D9B0FB94}" dt="2026-09-07T19:23:07.814" v="0"/>
          <pc:sldLayoutMkLst>
            <pc:docMk/>
            <pc:sldMasterMk cId="2460954070" sldId="2147483660"/>
            <pc:sldLayoutMk cId="1203092039" sldId="2147483664"/>
          </pc:sldLayoutMkLst>
        </pc:sldLayoutChg>
        <pc:sldLayoutChg chg="del">
          <pc:chgData name="Fahmida Hamid" userId="S::fhamid@callutheran.edu::575dc0a0-3c6d-400f-847b-a75a38d7fed1" providerId="AD" clId="Web-{B2553248-F499-414D-15BB-46D7D9B0FB94}" dt="2026-09-07T19:23:07.814" v="0"/>
          <pc:sldLayoutMkLst>
            <pc:docMk/>
            <pc:sldMasterMk cId="2460954070" sldId="2147483660"/>
            <pc:sldLayoutMk cId="3733172339" sldId="2147483665"/>
          </pc:sldLayoutMkLst>
        </pc:sldLayoutChg>
        <pc:sldLayoutChg chg="del">
          <pc:chgData name="Fahmida Hamid" userId="S::fhamid@callutheran.edu::575dc0a0-3c6d-400f-847b-a75a38d7fed1" providerId="AD" clId="Web-{B2553248-F499-414D-15BB-46D7D9B0FB94}" dt="2026-09-07T19:23:07.814" v="0"/>
          <pc:sldLayoutMkLst>
            <pc:docMk/>
            <pc:sldMasterMk cId="2460954070" sldId="2147483660"/>
            <pc:sldLayoutMk cId="3210312558" sldId="2147483666"/>
          </pc:sldLayoutMkLst>
        </pc:sldLayoutChg>
        <pc:sldLayoutChg chg="del">
          <pc:chgData name="Fahmida Hamid" userId="S::fhamid@callutheran.edu::575dc0a0-3c6d-400f-847b-a75a38d7fed1" providerId="AD" clId="Web-{B2553248-F499-414D-15BB-46D7D9B0FB94}" dt="2026-09-07T19:23:07.814" v="0"/>
          <pc:sldLayoutMkLst>
            <pc:docMk/>
            <pc:sldMasterMk cId="2460954070" sldId="2147483660"/>
            <pc:sldLayoutMk cId="3146388984" sldId="2147483667"/>
          </pc:sldLayoutMkLst>
        </pc:sldLayoutChg>
        <pc:sldLayoutChg chg="del">
          <pc:chgData name="Fahmida Hamid" userId="S::fhamid@callutheran.edu::575dc0a0-3c6d-400f-847b-a75a38d7fed1" providerId="AD" clId="Web-{B2553248-F499-414D-15BB-46D7D9B0FB94}" dt="2026-09-07T19:23:07.814" v="0"/>
          <pc:sldLayoutMkLst>
            <pc:docMk/>
            <pc:sldMasterMk cId="2460954070" sldId="2147483660"/>
            <pc:sldLayoutMk cId="3171841454" sldId="2147483668"/>
          </pc:sldLayoutMkLst>
        </pc:sldLayoutChg>
        <pc:sldLayoutChg chg="del">
          <pc:chgData name="Fahmida Hamid" userId="S::fhamid@callutheran.edu::575dc0a0-3c6d-400f-847b-a75a38d7fed1" providerId="AD" clId="Web-{B2553248-F499-414D-15BB-46D7D9B0FB94}" dt="2026-09-07T19:23:07.814" v="0"/>
          <pc:sldLayoutMkLst>
            <pc:docMk/>
            <pc:sldMasterMk cId="2460954070" sldId="2147483660"/>
            <pc:sldLayoutMk cId="1718958274" sldId="2147483669"/>
          </pc:sldLayoutMkLst>
        </pc:sldLayoutChg>
        <pc:sldLayoutChg chg="del">
          <pc:chgData name="Fahmida Hamid" userId="S::fhamid@callutheran.edu::575dc0a0-3c6d-400f-847b-a75a38d7fed1" providerId="AD" clId="Web-{B2553248-F499-414D-15BB-46D7D9B0FB94}" dt="2026-09-07T19:23:07.814" v="0"/>
          <pc:sldLayoutMkLst>
            <pc:docMk/>
            <pc:sldMasterMk cId="2460954070" sldId="2147483660"/>
            <pc:sldLayoutMk cId="2202905451" sldId="2147483670"/>
          </pc:sldLayoutMkLst>
        </pc:sldLayoutChg>
        <pc:sldLayoutChg chg="del">
          <pc:chgData name="Fahmida Hamid" userId="S::fhamid@callutheran.edu::575dc0a0-3c6d-400f-847b-a75a38d7fed1" providerId="AD" clId="Web-{B2553248-F499-414D-15BB-46D7D9B0FB94}" dt="2026-09-07T19:23:07.814" v="0"/>
          <pc:sldLayoutMkLst>
            <pc:docMk/>
            <pc:sldMasterMk cId="2460954070" sldId="2147483660"/>
            <pc:sldLayoutMk cId="3479445657" sldId="2147483671"/>
          </pc:sldLayoutMkLst>
        </pc:sldLayoutChg>
      </pc:sldMasterChg>
      <pc:sldMasterChg chg="add del addSldLayout delSldLayout modSldLayout">
        <pc:chgData name="Fahmida Hamid" userId="S::fhamid@callutheran.edu::575dc0a0-3c6d-400f-847b-a75a38d7fed1" providerId="AD" clId="Web-{B2553248-F499-414D-15BB-46D7D9B0FB94}" dt="2026-09-07T19:23:09.549" v="1"/>
        <pc:sldMasterMkLst>
          <pc:docMk/>
          <pc:sldMasterMk cId="4215088893" sldId="2147483672"/>
        </pc:sldMasterMkLst>
        <pc:sldLayoutChg chg="add del mod replId">
          <pc:chgData name="Fahmida Hamid" userId="S::fhamid@callutheran.edu::575dc0a0-3c6d-400f-847b-a75a38d7fed1" providerId="AD" clId="Web-{B2553248-F499-414D-15BB-46D7D9B0FB94}" dt="2026-09-07T19:23:09.549" v="1"/>
          <pc:sldLayoutMkLst>
            <pc:docMk/>
            <pc:sldMasterMk cId="4215088893" sldId="2147483672"/>
            <pc:sldLayoutMk cId="1432683584" sldId="2147483673"/>
          </pc:sldLayoutMkLst>
        </pc:sldLayoutChg>
        <pc:sldLayoutChg chg="add del mod replId">
          <pc:chgData name="Fahmida Hamid" userId="S::fhamid@callutheran.edu::575dc0a0-3c6d-400f-847b-a75a38d7fed1" providerId="AD" clId="Web-{B2553248-F499-414D-15BB-46D7D9B0FB94}" dt="2026-09-07T19:23:09.549" v="1"/>
          <pc:sldLayoutMkLst>
            <pc:docMk/>
            <pc:sldMasterMk cId="4215088893" sldId="2147483672"/>
            <pc:sldLayoutMk cId="4064487658" sldId="2147483674"/>
          </pc:sldLayoutMkLst>
        </pc:sldLayoutChg>
        <pc:sldLayoutChg chg="add del mod replId">
          <pc:chgData name="Fahmida Hamid" userId="S::fhamid@callutheran.edu::575dc0a0-3c6d-400f-847b-a75a38d7fed1" providerId="AD" clId="Web-{B2553248-F499-414D-15BB-46D7D9B0FB94}" dt="2026-09-07T19:23:09.549" v="1"/>
          <pc:sldLayoutMkLst>
            <pc:docMk/>
            <pc:sldMasterMk cId="4215088893" sldId="2147483672"/>
            <pc:sldLayoutMk cId="3131268830" sldId="2147483675"/>
          </pc:sldLayoutMkLst>
        </pc:sldLayoutChg>
        <pc:sldLayoutChg chg="add del mod replId">
          <pc:chgData name="Fahmida Hamid" userId="S::fhamid@callutheran.edu::575dc0a0-3c6d-400f-847b-a75a38d7fed1" providerId="AD" clId="Web-{B2553248-F499-414D-15BB-46D7D9B0FB94}" dt="2026-09-07T19:23:09.549" v="1"/>
          <pc:sldLayoutMkLst>
            <pc:docMk/>
            <pc:sldMasterMk cId="4215088893" sldId="2147483672"/>
            <pc:sldLayoutMk cId="204087702" sldId="2147483676"/>
          </pc:sldLayoutMkLst>
        </pc:sldLayoutChg>
        <pc:sldLayoutChg chg="add del mod replId">
          <pc:chgData name="Fahmida Hamid" userId="S::fhamid@callutheran.edu::575dc0a0-3c6d-400f-847b-a75a38d7fed1" providerId="AD" clId="Web-{B2553248-F499-414D-15BB-46D7D9B0FB94}" dt="2026-09-07T19:23:09.549" v="1"/>
          <pc:sldLayoutMkLst>
            <pc:docMk/>
            <pc:sldMasterMk cId="4215088893" sldId="2147483672"/>
            <pc:sldLayoutMk cId="1796216047" sldId="2147483677"/>
          </pc:sldLayoutMkLst>
        </pc:sldLayoutChg>
        <pc:sldLayoutChg chg="add del mod replId">
          <pc:chgData name="Fahmida Hamid" userId="S::fhamid@callutheran.edu::575dc0a0-3c6d-400f-847b-a75a38d7fed1" providerId="AD" clId="Web-{B2553248-F499-414D-15BB-46D7D9B0FB94}" dt="2026-09-07T19:23:09.549" v="1"/>
          <pc:sldLayoutMkLst>
            <pc:docMk/>
            <pc:sldMasterMk cId="4215088893" sldId="2147483672"/>
            <pc:sldLayoutMk cId="3115483117" sldId="2147483678"/>
          </pc:sldLayoutMkLst>
        </pc:sldLayoutChg>
        <pc:sldLayoutChg chg="add del mod replId">
          <pc:chgData name="Fahmida Hamid" userId="S::fhamid@callutheran.edu::575dc0a0-3c6d-400f-847b-a75a38d7fed1" providerId="AD" clId="Web-{B2553248-F499-414D-15BB-46D7D9B0FB94}" dt="2026-09-07T19:23:09.549" v="1"/>
          <pc:sldLayoutMkLst>
            <pc:docMk/>
            <pc:sldMasterMk cId="4215088893" sldId="2147483672"/>
            <pc:sldLayoutMk cId="3952418765" sldId="2147483679"/>
          </pc:sldLayoutMkLst>
        </pc:sldLayoutChg>
        <pc:sldLayoutChg chg="add del mod replId">
          <pc:chgData name="Fahmida Hamid" userId="S::fhamid@callutheran.edu::575dc0a0-3c6d-400f-847b-a75a38d7fed1" providerId="AD" clId="Web-{B2553248-F499-414D-15BB-46D7D9B0FB94}" dt="2026-09-07T19:23:09.549" v="1"/>
          <pc:sldLayoutMkLst>
            <pc:docMk/>
            <pc:sldMasterMk cId="4215088893" sldId="2147483672"/>
            <pc:sldLayoutMk cId="908453112" sldId="2147483680"/>
          </pc:sldLayoutMkLst>
        </pc:sldLayoutChg>
        <pc:sldLayoutChg chg="add del mod replId">
          <pc:chgData name="Fahmida Hamid" userId="S::fhamid@callutheran.edu::575dc0a0-3c6d-400f-847b-a75a38d7fed1" providerId="AD" clId="Web-{B2553248-F499-414D-15BB-46D7D9B0FB94}" dt="2026-09-07T19:23:09.549" v="1"/>
          <pc:sldLayoutMkLst>
            <pc:docMk/>
            <pc:sldMasterMk cId="4215088893" sldId="2147483672"/>
            <pc:sldLayoutMk cId="339199390" sldId="2147483681"/>
          </pc:sldLayoutMkLst>
        </pc:sldLayoutChg>
        <pc:sldLayoutChg chg="add del mod replId">
          <pc:chgData name="Fahmida Hamid" userId="S::fhamid@callutheran.edu::575dc0a0-3c6d-400f-847b-a75a38d7fed1" providerId="AD" clId="Web-{B2553248-F499-414D-15BB-46D7D9B0FB94}" dt="2026-09-07T19:23:09.549" v="1"/>
          <pc:sldLayoutMkLst>
            <pc:docMk/>
            <pc:sldMasterMk cId="4215088893" sldId="2147483672"/>
            <pc:sldLayoutMk cId="3537084694" sldId="2147483682"/>
          </pc:sldLayoutMkLst>
        </pc:sldLayoutChg>
        <pc:sldLayoutChg chg="add del mod replId">
          <pc:chgData name="Fahmida Hamid" userId="S::fhamid@callutheran.edu::575dc0a0-3c6d-400f-847b-a75a38d7fed1" providerId="AD" clId="Web-{B2553248-F499-414D-15BB-46D7D9B0FB94}" dt="2026-09-07T19:23:09.549" v="1"/>
          <pc:sldLayoutMkLst>
            <pc:docMk/>
            <pc:sldMasterMk cId="4215088893" sldId="2147483672"/>
            <pc:sldLayoutMk cId="2810411627" sldId="2147483683"/>
          </pc:sldLayoutMkLst>
        </pc:sldLayoutChg>
        <pc:sldLayoutChg chg="add del mod replId">
          <pc:chgData name="Fahmida Hamid" userId="S::fhamid@callutheran.edu::575dc0a0-3c6d-400f-847b-a75a38d7fed1" providerId="AD" clId="Web-{B2553248-F499-414D-15BB-46D7D9B0FB94}" dt="2026-09-07T19:23:09.549" v="1"/>
          <pc:sldLayoutMkLst>
            <pc:docMk/>
            <pc:sldMasterMk cId="4215088893" sldId="2147483672"/>
            <pc:sldLayoutMk cId="1088460640" sldId="2147483684"/>
          </pc:sldLayoutMkLst>
        </pc:sldLayoutChg>
        <pc:sldLayoutChg chg="add del mod replId">
          <pc:chgData name="Fahmida Hamid" userId="S::fhamid@callutheran.edu::575dc0a0-3c6d-400f-847b-a75a38d7fed1" providerId="AD" clId="Web-{B2553248-F499-414D-15BB-46D7D9B0FB94}" dt="2026-09-07T19:23:09.549" v="1"/>
          <pc:sldLayoutMkLst>
            <pc:docMk/>
            <pc:sldMasterMk cId="4215088893" sldId="2147483672"/>
            <pc:sldLayoutMk cId="144528547" sldId="2147483685"/>
          </pc:sldLayoutMkLst>
        </pc:sldLayoutChg>
        <pc:sldLayoutChg chg="add del mod replId">
          <pc:chgData name="Fahmida Hamid" userId="S::fhamid@callutheran.edu::575dc0a0-3c6d-400f-847b-a75a38d7fed1" providerId="AD" clId="Web-{B2553248-F499-414D-15BB-46D7D9B0FB94}" dt="2026-09-07T19:23:09.549" v="1"/>
          <pc:sldLayoutMkLst>
            <pc:docMk/>
            <pc:sldMasterMk cId="4215088893" sldId="2147483672"/>
            <pc:sldLayoutMk cId="1342482035" sldId="2147483686"/>
          </pc:sldLayoutMkLst>
        </pc:sldLayoutChg>
        <pc:sldLayoutChg chg="add del mod replId">
          <pc:chgData name="Fahmida Hamid" userId="S::fhamid@callutheran.edu::575dc0a0-3c6d-400f-847b-a75a38d7fed1" providerId="AD" clId="Web-{B2553248-F499-414D-15BB-46D7D9B0FB94}" dt="2026-09-07T19:23:09.549" v="1"/>
          <pc:sldLayoutMkLst>
            <pc:docMk/>
            <pc:sldMasterMk cId="4215088893" sldId="2147483672"/>
            <pc:sldLayoutMk cId="4039337956" sldId="2147483687"/>
          </pc:sldLayoutMkLst>
        </pc:sldLayoutChg>
        <pc:sldLayoutChg chg="add del mod replId">
          <pc:chgData name="Fahmida Hamid" userId="S::fhamid@callutheran.edu::575dc0a0-3c6d-400f-847b-a75a38d7fed1" providerId="AD" clId="Web-{B2553248-F499-414D-15BB-46D7D9B0FB94}" dt="2026-09-07T19:23:09.549" v="1"/>
          <pc:sldLayoutMkLst>
            <pc:docMk/>
            <pc:sldMasterMk cId="4215088893" sldId="2147483672"/>
            <pc:sldLayoutMk cId="1579879815" sldId="2147483688"/>
          </pc:sldLayoutMkLst>
        </pc:sldLayoutChg>
        <pc:sldLayoutChg chg="add del mod replId">
          <pc:chgData name="Fahmida Hamid" userId="S::fhamid@callutheran.edu::575dc0a0-3c6d-400f-847b-a75a38d7fed1" providerId="AD" clId="Web-{B2553248-F499-414D-15BB-46D7D9B0FB94}" dt="2026-09-07T19:23:09.549" v="1"/>
          <pc:sldLayoutMkLst>
            <pc:docMk/>
            <pc:sldMasterMk cId="4215088893" sldId="2147483672"/>
            <pc:sldLayoutMk cId="2420376670" sldId="2147483689"/>
          </pc:sldLayoutMkLst>
        </pc:sldLayoutChg>
        <pc:sldLayoutChg chg="add del mod replId">
          <pc:chgData name="Fahmida Hamid" userId="S::fhamid@callutheran.edu::575dc0a0-3c6d-400f-847b-a75a38d7fed1" providerId="AD" clId="Web-{B2553248-F499-414D-15BB-46D7D9B0FB94}" dt="2026-09-07T19:23:09.549" v="1"/>
          <pc:sldLayoutMkLst>
            <pc:docMk/>
            <pc:sldMasterMk cId="4215088893" sldId="2147483672"/>
            <pc:sldLayoutMk cId="3263726345" sldId="2147483690"/>
          </pc:sldLayoutMkLst>
        </pc:sldLayoutChg>
        <pc:sldLayoutChg chg="add del mod replId">
          <pc:chgData name="Fahmida Hamid" userId="S::fhamid@callutheran.edu::575dc0a0-3c6d-400f-847b-a75a38d7fed1" providerId="AD" clId="Web-{B2553248-F499-414D-15BB-46D7D9B0FB94}" dt="2026-09-07T19:23:09.549" v="1"/>
          <pc:sldLayoutMkLst>
            <pc:docMk/>
            <pc:sldMasterMk cId="4215088893" sldId="2147483672"/>
            <pc:sldLayoutMk cId="1625381783" sldId="2147483691"/>
          </pc:sldLayoutMkLst>
        </pc:sldLayoutChg>
        <pc:sldLayoutChg chg="add del mod replId">
          <pc:chgData name="Fahmida Hamid" userId="S::fhamid@callutheran.edu::575dc0a0-3c6d-400f-847b-a75a38d7fed1" providerId="AD" clId="Web-{B2553248-F499-414D-15BB-46D7D9B0FB94}" dt="2026-09-07T19:23:09.549" v="1"/>
          <pc:sldLayoutMkLst>
            <pc:docMk/>
            <pc:sldMasterMk cId="4215088893" sldId="2147483672"/>
            <pc:sldLayoutMk cId="4174345071" sldId="2147483692"/>
          </pc:sldLayoutMkLst>
        </pc:sldLayoutChg>
        <pc:sldLayoutChg chg="add del mod replId">
          <pc:chgData name="Fahmida Hamid" userId="S::fhamid@callutheran.edu::575dc0a0-3c6d-400f-847b-a75a38d7fed1" providerId="AD" clId="Web-{B2553248-F499-414D-15BB-46D7D9B0FB94}" dt="2026-09-07T19:23:09.549" v="1"/>
          <pc:sldLayoutMkLst>
            <pc:docMk/>
            <pc:sldMasterMk cId="4215088893" sldId="2147483672"/>
            <pc:sldLayoutMk cId="1952534048" sldId="2147483693"/>
          </pc:sldLayoutMkLst>
        </pc:sldLayoutChg>
        <pc:sldLayoutChg chg="add del mod replId">
          <pc:chgData name="Fahmida Hamid" userId="S::fhamid@callutheran.edu::575dc0a0-3c6d-400f-847b-a75a38d7fed1" providerId="AD" clId="Web-{B2553248-F499-414D-15BB-46D7D9B0FB94}" dt="2026-09-07T19:23:09.549" v="1"/>
          <pc:sldLayoutMkLst>
            <pc:docMk/>
            <pc:sldMasterMk cId="4215088893" sldId="2147483672"/>
            <pc:sldLayoutMk cId="520294237" sldId="2147483694"/>
          </pc:sldLayoutMkLst>
        </pc:sldLayoutChg>
        <pc:sldLayoutChg chg="add del mod replId">
          <pc:chgData name="Fahmida Hamid" userId="S::fhamid@callutheran.edu::575dc0a0-3c6d-400f-847b-a75a38d7fed1" providerId="AD" clId="Web-{B2553248-F499-414D-15BB-46D7D9B0FB94}" dt="2026-09-07T19:23:09.549" v="1"/>
          <pc:sldLayoutMkLst>
            <pc:docMk/>
            <pc:sldMasterMk cId="4215088893" sldId="2147483672"/>
            <pc:sldLayoutMk cId="3439307109" sldId="2147483695"/>
          </pc:sldLayoutMkLst>
        </pc:sldLayoutChg>
        <pc:sldLayoutChg chg="add del mod replId">
          <pc:chgData name="Fahmida Hamid" userId="S::fhamid@callutheran.edu::575dc0a0-3c6d-400f-847b-a75a38d7fed1" providerId="AD" clId="Web-{B2553248-F499-414D-15BB-46D7D9B0FB94}" dt="2026-09-07T19:23:09.549" v="1"/>
          <pc:sldLayoutMkLst>
            <pc:docMk/>
            <pc:sldMasterMk cId="4215088893" sldId="2147483672"/>
            <pc:sldLayoutMk cId="627764066" sldId="2147483696"/>
          </pc:sldLayoutMkLst>
        </pc:sldLayoutChg>
        <pc:sldLayoutChg chg="add del mod replId">
          <pc:chgData name="Fahmida Hamid" userId="S::fhamid@callutheran.edu::575dc0a0-3c6d-400f-847b-a75a38d7fed1" providerId="AD" clId="Web-{B2553248-F499-414D-15BB-46D7D9B0FB94}" dt="2026-09-07T19:23:09.549" v="1"/>
          <pc:sldLayoutMkLst>
            <pc:docMk/>
            <pc:sldMasterMk cId="4215088893" sldId="2147483672"/>
            <pc:sldLayoutMk cId="2161715062" sldId="2147483697"/>
          </pc:sldLayoutMkLst>
        </pc:sldLayoutChg>
        <pc:sldLayoutChg chg="add del mod replId">
          <pc:chgData name="Fahmida Hamid" userId="S::fhamid@callutheran.edu::575dc0a0-3c6d-400f-847b-a75a38d7fed1" providerId="AD" clId="Web-{B2553248-F499-414D-15BB-46D7D9B0FB94}" dt="2026-09-07T19:23:09.549" v="1"/>
          <pc:sldLayoutMkLst>
            <pc:docMk/>
            <pc:sldMasterMk cId="4215088893" sldId="2147483672"/>
            <pc:sldLayoutMk cId="4043760423" sldId="2147483698"/>
          </pc:sldLayoutMkLst>
        </pc:sldLayoutChg>
        <pc:sldLayoutChg chg="add del mod replId">
          <pc:chgData name="Fahmida Hamid" userId="S::fhamid@callutheran.edu::575dc0a0-3c6d-400f-847b-a75a38d7fed1" providerId="AD" clId="Web-{B2553248-F499-414D-15BB-46D7D9B0FB94}" dt="2026-09-07T19:23:09.549" v="1"/>
          <pc:sldLayoutMkLst>
            <pc:docMk/>
            <pc:sldMasterMk cId="4215088893" sldId="2147483672"/>
            <pc:sldLayoutMk cId="1326284122" sldId="2147483699"/>
          </pc:sldLayoutMkLst>
        </pc:sldLayoutChg>
        <pc:sldLayoutChg chg="add del mod replId">
          <pc:chgData name="Fahmida Hamid" userId="S::fhamid@callutheran.edu::575dc0a0-3c6d-400f-847b-a75a38d7fed1" providerId="AD" clId="Web-{B2553248-F499-414D-15BB-46D7D9B0FB94}" dt="2026-09-07T19:23:09.549" v="1"/>
          <pc:sldLayoutMkLst>
            <pc:docMk/>
            <pc:sldMasterMk cId="4215088893" sldId="2147483672"/>
            <pc:sldLayoutMk cId="2801837619" sldId="2147483700"/>
          </pc:sldLayoutMkLst>
        </pc:sldLayoutChg>
      </pc:sldMasterChg>
      <pc:sldMasterChg chg="add addSldLayout modSldLayout">
        <pc:chgData name="Fahmida Hamid" userId="S::fhamid@callutheran.edu::575dc0a0-3c6d-400f-847b-a75a38d7fed1" providerId="AD" clId="Web-{B2553248-F499-414D-15BB-46D7D9B0FB94}" dt="2026-09-07T19:23:09.549" v="1"/>
        <pc:sldMasterMkLst>
          <pc:docMk/>
          <pc:sldMasterMk cId="2715850741" sldId="2147483701"/>
        </pc:sldMasterMkLst>
        <pc:sldLayoutChg chg="add mod replId">
          <pc:chgData name="Fahmida Hamid" userId="S::fhamid@callutheran.edu::575dc0a0-3c6d-400f-847b-a75a38d7fed1" providerId="AD" clId="Web-{B2553248-F499-414D-15BB-46D7D9B0FB94}" dt="2026-09-07T19:23:09.549" v="1"/>
          <pc:sldLayoutMkLst>
            <pc:docMk/>
            <pc:sldMasterMk cId="2715850741" sldId="2147483701"/>
            <pc:sldLayoutMk cId="178144233" sldId="2147483702"/>
          </pc:sldLayoutMkLst>
        </pc:sldLayoutChg>
        <pc:sldLayoutChg chg="add mod replId">
          <pc:chgData name="Fahmida Hamid" userId="S::fhamid@callutheran.edu::575dc0a0-3c6d-400f-847b-a75a38d7fed1" providerId="AD" clId="Web-{B2553248-F499-414D-15BB-46D7D9B0FB94}" dt="2026-09-07T19:23:09.549" v="1"/>
          <pc:sldLayoutMkLst>
            <pc:docMk/>
            <pc:sldMasterMk cId="2715850741" sldId="2147483701"/>
            <pc:sldLayoutMk cId="4291994339" sldId="2147483703"/>
          </pc:sldLayoutMkLst>
        </pc:sldLayoutChg>
        <pc:sldLayoutChg chg="add mod replId">
          <pc:chgData name="Fahmida Hamid" userId="S::fhamid@callutheran.edu::575dc0a0-3c6d-400f-847b-a75a38d7fed1" providerId="AD" clId="Web-{B2553248-F499-414D-15BB-46D7D9B0FB94}" dt="2026-09-07T19:23:09.549" v="1"/>
          <pc:sldLayoutMkLst>
            <pc:docMk/>
            <pc:sldMasterMk cId="2715850741" sldId="2147483701"/>
            <pc:sldLayoutMk cId="4081925756" sldId="2147483704"/>
          </pc:sldLayoutMkLst>
        </pc:sldLayoutChg>
        <pc:sldLayoutChg chg="add mod replId">
          <pc:chgData name="Fahmida Hamid" userId="S::fhamid@callutheran.edu::575dc0a0-3c6d-400f-847b-a75a38d7fed1" providerId="AD" clId="Web-{B2553248-F499-414D-15BB-46D7D9B0FB94}" dt="2026-09-07T19:23:09.549" v="1"/>
          <pc:sldLayoutMkLst>
            <pc:docMk/>
            <pc:sldMasterMk cId="2715850741" sldId="2147483701"/>
            <pc:sldLayoutMk cId="3264746556" sldId="2147483705"/>
          </pc:sldLayoutMkLst>
        </pc:sldLayoutChg>
        <pc:sldLayoutChg chg="add mod replId">
          <pc:chgData name="Fahmida Hamid" userId="S::fhamid@callutheran.edu::575dc0a0-3c6d-400f-847b-a75a38d7fed1" providerId="AD" clId="Web-{B2553248-F499-414D-15BB-46D7D9B0FB94}" dt="2026-09-07T19:23:09.549" v="1"/>
          <pc:sldLayoutMkLst>
            <pc:docMk/>
            <pc:sldMasterMk cId="2715850741" sldId="2147483701"/>
            <pc:sldLayoutMk cId="4286773404" sldId="2147483706"/>
          </pc:sldLayoutMkLst>
        </pc:sldLayoutChg>
        <pc:sldLayoutChg chg="add mod replId">
          <pc:chgData name="Fahmida Hamid" userId="S::fhamid@callutheran.edu::575dc0a0-3c6d-400f-847b-a75a38d7fed1" providerId="AD" clId="Web-{B2553248-F499-414D-15BB-46D7D9B0FB94}" dt="2026-09-07T19:23:09.549" v="1"/>
          <pc:sldLayoutMkLst>
            <pc:docMk/>
            <pc:sldMasterMk cId="2715850741" sldId="2147483701"/>
            <pc:sldLayoutMk cId="778581145" sldId="2147483707"/>
          </pc:sldLayoutMkLst>
        </pc:sldLayoutChg>
        <pc:sldLayoutChg chg="add mod replId">
          <pc:chgData name="Fahmida Hamid" userId="S::fhamid@callutheran.edu::575dc0a0-3c6d-400f-847b-a75a38d7fed1" providerId="AD" clId="Web-{B2553248-F499-414D-15BB-46D7D9B0FB94}" dt="2026-09-07T19:23:09.549" v="1"/>
          <pc:sldLayoutMkLst>
            <pc:docMk/>
            <pc:sldMasterMk cId="2715850741" sldId="2147483701"/>
            <pc:sldLayoutMk cId="1003243370" sldId="2147483708"/>
          </pc:sldLayoutMkLst>
        </pc:sldLayoutChg>
        <pc:sldLayoutChg chg="add mod replId">
          <pc:chgData name="Fahmida Hamid" userId="S::fhamid@callutheran.edu::575dc0a0-3c6d-400f-847b-a75a38d7fed1" providerId="AD" clId="Web-{B2553248-F499-414D-15BB-46D7D9B0FB94}" dt="2026-09-07T19:23:09.549" v="1"/>
          <pc:sldLayoutMkLst>
            <pc:docMk/>
            <pc:sldMasterMk cId="2715850741" sldId="2147483701"/>
            <pc:sldLayoutMk cId="2216598702" sldId="2147483709"/>
          </pc:sldLayoutMkLst>
        </pc:sldLayoutChg>
        <pc:sldLayoutChg chg="add mod replId">
          <pc:chgData name="Fahmida Hamid" userId="S::fhamid@callutheran.edu::575dc0a0-3c6d-400f-847b-a75a38d7fed1" providerId="AD" clId="Web-{B2553248-F499-414D-15BB-46D7D9B0FB94}" dt="2026-09-07T19:23:09.549" v="1"/>
          <pc:sldLayoutMkLst>
            <pc:docMk/>
            <pc:sldMasterMk cId="2715850741" sldId="2147483701"/>
            <pc:sldLayoutMk cId="2565373045" sldId="2147483710"/>
          </pc:sldLayoutMkLst>
        </pc:sldLayoutChg>
        <pc:sldLayoutChg chg="add mod replId">
          <pc:chgData name="Fahmida Hamid" userId="S::fhamid@callutheran.edu::575dc0a0-3c6d-400f-847b-a75a38d7fed1" providerId="AD" clId="Web-{B2553248-F499-414D-15BB-46D7D9B0FB94}" dt="2026-09-07T19:23:09.549" v="1"/>
          <pc:sldLayoutMkLst>
            <pc:docMk/>
            <pc:sldMasterMk cId="2715850741" sldId="2147483701"/>
            <pc:sldLayoutMk cId="1736675369" sldId="2147483711"/>
          </pc:sldLayoutMkLst>
        </pc:sldLayoutChg>
        <pc:sldLayoutChg chg="add mod replId">
          <pc:chgData name="Fahmida Hamid" userId="S::fhamid@callutheran.edu::575dc0a0-3c6d-400f-847b-a75a38d7fed1" providerId="AD" clId="Web-{B2553248-F499-414D-15BB-46D7D9B0FB94}" dt="2026-09-07T19:23:09.549" v="1"/>
          <pc:sldLayoutMkLst>
            <pc:docMk/>
            <pc:sldMasterMk cId="2715850741" sldId="2147483701"/>
            <pc:sldLayoutMk cId="1257268489" sldId="2147483712"/>
          </pc:sldLayoutMkLst>
        </pc:sldLayoutChg>
        <pc:sldLayoutChg chg="add mod replId">
          <pc:chgData name="Fahmida Hamid" userId="S::fhamid@callutheran.edu::575dc0a0-3c6d-400f-847b-a75a38d7fed1" providerId="AD" clId="Web-{B2553248-F499-414D-15BB-46D7D9B0FB94}" dt="2026-09-07T19:23:09.549" v="1"/>
          <pc:sldLayoutMkLst>
            <pc:docMk/>
            <pc:sldMasterMk cId="2715850741" sldId="2147483701"/>
            <pc:sldLayoutMk cId="2563404924" sldId="2147483713"/>
          </pc:sldLayoutMkLst>
        </pc:sldLayoutChg>
        <pc:sldLayoutChg chg="add mod replId">
          <pc:chgData name="Fahmida Hamid" userId="S::fhamid@callutheran.edu::575dc0a0-3c6d-400f-847b-a75a38d7fed1" providerId="AD" clId="Web-{B2553248-F499-414D-15BB-46D7D9B0FB94}" dt="2026-09-07T19:23:09.549" v="1"/>
          <pc:sldLayoutMkLst>
            <pc:docMk/>
            <pc:sldMasterMk cId="2715850741" sldId="2147483701"/>
            <pc:sldLayoutMk cId="846198016" sldId="2147483714"/>
          </pc:sldLayoutMkLst>
        </pc:sldLayoutChg>
        <pc:sldLayoutChg chg="add mod replId">
          <pc:chgData name="Fahmida Hamid" userId="S::fhamid@callutheran.edu::575dc0a0-3c6d-400f-847b-a75a38d7fed1" providerId="AD" clId="Web-{B2553248-F499-414D-15BB-46D7D9B0FB94}" dt="2026-09-07T19:23:09.549" v="1"/>
          <pc:sldLayoutMkLst>
            <pc:docMk/>
            <pc:sldMasterMk cId="2715850741" sldId="2147483701"/>
            <pc:sldLayoutMk cId="734193600" sldId="2147483715"/>
          </pc:sldLayoutMkLst>
        </pc:sldLayoutChg>
        <pc:sldLayoutChg chg="add mod replId">
          <pc:chgData name="Fahmida Hamid" userId="S::fhamid@callutheran.edu::575dc0a0-3c6d-400f-847b-a75a38d7fed1" providerId="AD" clId="Web-{B2553248-F499-414D-15BB-46D7D9B0FB94}" dt="2026-09-07T19:23:09.549" v="1"/>
          <pc:sldLayoutMkLst>
            <pc:docMk/>
            <pc:sldMasterMk cId="2715850741" sldId="2147483701"/>
            <pc:sldLayoutMk cId="278439991" sldId="2147483716"/>
          </pc:sldLayoutMkLst>
        </pc:sldLayoutChg>
        <pc:sldLayoutChg chg="add mod replId">
          <pc:chgData name="Fahmida Hamid" userId="S::fhamid@callutheran.edu::575dc0a0-3c6d-400f-847b-a75a38d7fed1" providerId="AD" clId="Web-{B2553248-F499-414D-15BB-46D7D9B0FB94}" dt="2026-09-07T19:23:09.549" v="1"/>
          <pc:sldLayoutMkLst>
            <pc:docMk/>
            <pc:sldMasterMk cId="2715850741" sldId="2147483701"/>
            <pc:sldLayoutMk cId="2431807117" sldId="2147483717"/>
          </pc:sldLayoutMkLst>
        </pc:sldLayoutChg>
        <pc:sldLayoutChg chg="add mod replId">
          <pc:chgData name="Fahmida Hamid" userId="S::fhamid@callutheran.edu::575dc0a0-3c6d-400f-847b-a75a38d7fed1" providerId="AD" clId="Web-{B2553248-F499-414D-15BB-46D7D9B0FB94}" dt="2026-09-07T19:23:09.549" v="1"/>
          <pc:sldLayoutMkLst>
            <pc:docMk/>
            <pc:sldMasterMk cId="2715850741" sldId="2147483701"/>
            <pc:sldLayoutMk cId="365519011" sldId="2147483718"/>
          </pc:sldLayoutMkLst>
        </pc:sldLayoutChg>
        <pc:sldLayoutChg chg="add mod replId">
          <pc:chgData name="Fahmida Hamid" userId="S::fhamid@callutheran.edu::575dc0a0-3c6d-400f-847b-a75a38d7fed1" providerId="AD" clId="Web-{B2553248-F499-414D-15BB-46D7D9B0FB94}" dt="2026-09-07T19:23:09.549" v="1"/>
          <pc:sldLayoutMkLst>
            <pc:docMk/>
            <pc:sldMasterMk cId="2715850741" sldId="2147483701"/>
            <pc:sldLayoutMk cId="885336437" sldId="2147483719"/>
          </pc:sldLayoutMkLst>
        </pc:sldLayoutChg>
        <pc:sldLayoutChg chg="add mod replId">
          <pc:chgData name="Fahmida Hamid" userId="S::fhamid@callutheran.edu::575dc0a0-3c6d-400f-847b-a75a38d7fed1" providerId="AD" clId="Web-{B2553248-F499-414D-15BB-46D7D9B0FB94}" dt="2026-09-07T19:23:09.549" v="1"/>
          <pc:sldLayoutMkLst>
            <pc:docMk/>
            <pc:sldMasterMk cId="2715850741" sldId="2147483701"/>
            <pc:sldLayoutMk cId="3491998810" sldId="2147483720"/>
          </pc:sldLayoutMkLst>
        </pc:sldLayoutChg>
        <pc:sldLayoutChg chg="add mod replId">
          <pc:chgData name="Fahmida Hamid" userId="S::fhamid@callutheran.edu::575dc0a0-3c6d-400f-847b-a75a38d7fed1" providerId="AD" clId="Web-{B2553248-F499-414D-15BB-46D7D9B0FB94}" dt="2026-09-07T19:23:09.549" v="1"/>
          <pc:sldLayoutMkLst>
            <pc:docMk/>
            <pc:sldMasterMk cId="2715850741" sldId="2147483701"/>
            <pc:sldLayoutMk cId="1112045452" sldId="2147483721"/>
          </pc:sldLayoutMkLst>
        </pc:sldLayoutChg>
        <pc:sldLayoutChg chg="add mod replId">
          <pc:chgData name="Fahmida Hamid" userId="S::fhamid@callutheran.edu::575dc0a0-3c6d-400f-847b-a75a38d7fed1" providerId="AD" clId="Web-{B2553248-F499-414D-15BB-46D7D9B0FB94}" dt="2026-09-07T19:23:09.549" v="1"/>
          <pc:sldLayoutMkLst>
            <pc:docMk/>
            <pc:sldMasterMk cId="2715850741" sldId="2147483701"/>
            <pc:sldLayoutMk cId="3138088151" sldId="2147483722"/>
          </pc:sldLayoutMkLst>
        </pc:sldLayoutChg>
        <pc:sldLayoutChg chg="add mod replId">
          <pc:chgData name="Fahmida Hamid" userId="S::fhamid@callutheran.edu::575dc0a0-3c6d-400f-847b-a75a38d7fed1" providerId="AD" clId="Web-{B2553248-F499-414D-15BB-46D7D9B0FB94}" dt="2026-09-07T19:23:09.549" v="1"/>
          <pc:sldLayoutMkLst>
            <pc:docMk/>
            <pc:sldMasterMk cId="2715850741" sldId="2147483701"/>
            <pc:sldLayoutMk cId="1144753880" sldId="2147483723"/>
          </pc:sldLayoutMkLst>
        </pc:sldLayoutChg>
        <pc:sldLayoutChg chg="add mod replId">
          <pc:chgData name="Fahmida Hamid" userId="S::fhamid@callutheran.edu::575dc0a0-3c6d-400f-847b-a75a38d7fed1" providerId="AD" clId="Web-{B2553248-F499-414D-15BB-46D7D9B0FB94}" dt="2026-09-07T19:23:09.549" v="1"/>
          <pc:sldLayoutMkLst>
            <pc:docMk/>
            <pc:sldMasterMk cId="2715850741" sldId="2147483701"/>
            <pc:sldLayoutMk cId="4293626812" sldId="2147483724"/>
          </pc:sldLayoutMkLst>
        </pc:sldLayoutChg>
        <pc:sldLayoutChg chg="add mod replId">
          <pc:chgData name="Fahmida Hamid" userId="S::fhamid@callutheran.edu::575dc0a0-3c6d-400f-847b-a75a38d7fed1" providerId="AD" clId="Web-{B2553248-F499-414D-15BB-46D7D9B0FB94}" dt="2026-09-07T19:23:09.549" v="1"/>
          <pc:sldLayoutMkLst>
            <pc:docMk/>
            <pc:sldMasterMk cId="2715850741" sldId="2147483701"/>
            <pc:sldLayoutMk cId="3207200311" sldId="2147483725"/>
          </pc:sldLayoutMkLst>
        </pc:sldLayoutChg>
        <pc:sldLayoutChg chg="add mod replId">
          <pc:chgData name="Fahmida Hamid" userId="S::fhamid@callutheran.edu::575dc0a0-3c6d-400f-847b-a75a38d7fed1" providerId="AD" clId="Web-{B2553248-F499-414D-15BB-46D7D9B0FB94}" dt="2026-09-07T19:23:09.549" v="1"/>
          <pc:sldLayoutMkLst>
            <pc:docMk/>
            <pc:sldMasterMk cId="2715850741" sldId="2147483701"/>
            <pc:sldLayoutMk cId="2415368203" sldId="2147483726"/>
          </pc:sldLayoutMkLst>
        </pc:sldLayoutChg>
        <pc:sldLayoutChg chg="add mod replId">
          <pc:chgData name="Fahmida Hamid" userId="S::fhamid@callutheran.edu::575dc0a0-3c6d-400f-847b-a75a38d7fed1" providerId="AD" clId="Web-{B2553248-F499-414D-15BB-46D7D9B0FB94}" dt="2026-09-07T19:23:09.549" v="1"/>
          <pc:sldLayoutMkLst>
            <pc:docMk/>
            <pc:sldMasterMk cId="2715850741" sldId="2147483701"/>
            <pc:sldLayoutMk cId="4211117343" sldId="2147483727"/>
          </pc:sldLayoutMkLst>
        </pc:sldLayoutChg>
        <pc:sldLayoutChg chg="add mod replId">
          <pc:chgData name="Fahmida Hamid" userId="S::fhamid@callutheran.edu::575dc0a0-3c6d-400f-847b-a75a38d7fed1" providerId="AD" clId="Web-{B2553248-F499-414D-15BB-46D7D9B0FB94}" dt="2026-09-07T19:23:09.549" v="1"/>
          <pc:sldLayoutMkLst>
            <pc:docMk/>
            <pc:sldMasterMk cId="2715850741" sldId="2147483701"/>
            <pc:sldLayoutMk cId="3957953126" sldId="2147483728"/>
          </pc:sldLayoutMkLst>
        </pc:sldLayoutChg>
        <pc:sldLayoutChg chg="add mod replId">
          <pc:chgData name="Fahmida Hamid" userId="S::fhamid@callutheran.edu::575dc0a0-3c6d-400f-847b-a75a38d7fed1" providerId="AD" clId="Web-{B2553248-F499-414D-15BB-46D7D9B0FB94}" dt="2026-09-07T19:23:09.549" v="1"/>
          <pc:sldLayoutMkLst>
            <pc:docMk/>
            <pc:sldMasterMk cId="2715850741" sldId="2147483701"/>
            <pc:sldLayoutMk cId="2620935025" sldId="2147483729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395C89-2E28-4777-95B0-BA7EECAE3B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09928" y="987552"/>
            <a:ext cx="8385048" cy="3081528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052321-4D71-4DA8-BD2C-DC22FC1525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05506" y="4480561"/>
            <a:ext cx="5993892" cy="1166495"/>
          </a:xfrm>
        </p:spPr>
        <p:txBody>
          <a:bodyPr>
            <a:normAutofit/>
          </a:bodyPr>
          <a:lstStyle>
            <a:lvl1pPr marL="0" indent="0" algn="ctr">
              <a:buNone/>
              <a:defRPr sz="1400" cap="all" spc="600" baseline="0"/>
            </a:lvl1pPr>
            <a:lvl2pPr marL="457200" indent="0" algn="ctr">
              <a:buNone/>
              <a:defRPr sz="1400"/>
            </a:lvl2pPr>
            <a:lvl3pPr marL="914400" indent="0" algn="ctr">
              <a:buNone/>
              <a:defRPr sz="1400"/>
            </a:lvl3pPr>
            <a:lvl4pPr marL="1371600" indent="0" algn="ctr">
              <a:buNone/>
              <a:defRPr sz="1400"/>
            </a:lvl4pPr>
            <a:lvl5pPr marL="1828800" indent="0" algn="ctr">
              <a:buNone/>
              <a:defRPr sz="1400"/>
            </a:lvl5pPr>
            <a:lvl6pPr marL="2286000" indent="0" algn="ctr">
              <a:buNone/>
              <a:defRPr sz="1400"/>
            </a:lvl6pPr>
            <a:lvl7pPr marL="2743200" indent="0" algn="ctr">
              <a:buNone/>
              <a:defRPr sz="1400"/>
            </a:lvl7pPr>
            <a:lvl8pPr marL="3200400" indent="0" algn="ctr">
              <a:buNone/>
              <a:defRPr sz="1400"/>
            </a:lvl8pPr>
            <a:lvl9pPr marL="3657600" indent="0" algn="ctr">
              <a:buNone/>
              <a:defRPr sz="14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D37183-71EA-4A92-8609-41ECB53F44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8949A-688B-4AED-AA8E-F203BA3310F5}" type="datetimeFigureOut">
              <a:rPr lang="en-US" dirty="0"/>
              <a:t>9/8/2026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9F2E6-1ECC-4081-8EBF-C80C6C94A1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C3FA67-CD72-4503-BA25-FEC880107B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78CCF-2EC4-44CB-A694-F6F6E59A398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68192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9BA523-EF01-4656-9D54-347E984FD3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D52871-79D5-420E-8207-BEF7BE44A9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6D32D3-8223-4851-BB8E-CB489B975F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C57B2A-1291-46F4-B4CC-8BAFDF935B56}" type="datetimeFigureOut">
              <a:rPr lang="en-US" dirty="0"/>
              <a:t>9/8/2026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94444B-9FC3-414D-8EA0-15AB806D5E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BC448B-FCF6-40C5-8BB6-15B70E8897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78CCF-2EC4-44CB-A694-F6F6E59A398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97291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4F79BA-620F-4443-807B-BE44F36F98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1709738"/>
            <a:ext cx="9430811" cy="2852737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C9A625-6442-4047-B545-433C445121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69848" y="4589463"/>
            <a:ext cx="9430811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8EAA30-3B1A-4BEA-9835-33D2072451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6B3B4-A63D-42FA-B9D1-41D36384F384}" type="datetimeFigureOut">
              <a:rPr lang="en-US" dirty="0"/>
              <a:t>9/8/2026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256440-3149-446F-8105-485333B183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0FEDB1-D604-4E10-B334-5DB303498B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78CCF-2EC4-44CB-A694-F6F6E59A398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11528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F6E563-D552-439E-8DF5-45062D8754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136873-2DD5-456E-A3A9-FE408419E30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69848" y="1825625"/>
            <a:ext cx="4684057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C6B04C-FB9E-4A9E-8892-4B5B702898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19802" y="1825625"/>
            <a:ext cx="4684058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E2F0B4-0E86-473E-BC42-78D856A00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F0803-F60A-46DD-B88E-307855619A34}" type="datetimeFigureOut">
              <a:rPr lang="en-US" dirty="0"/>
              <a:t>9/8/2026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2B9537-F43C-4042-B165-A00358F9E2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F9F52F-61F2-4FEE-8989-2FB400190C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78CCF-2EC4-44CB-A694-F6F6E59A398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67618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832E5C-0B2D-4DB5-95F6-3C2C825DFE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989993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8F1C53-3F27-42E6-BE80-1DF5798574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4872132" cy="823912"/>
          </a:xfrm>
        </p:spPr>
        <p:txBody>
          <a:bodyPr anchor="b">
            <a:noAutofit/>
          </a:bodyPr>
          <a:lstStyle>
            <a:lvl1pPr marL="0" indent="0">
              <a:buNone/>
              <a:defRPr sz="1600" b="1" cap="all" spc="300" baseline="0"/>
            </a:lvl1pPr>
            <a:lvl2pPr marL="457200" indent="0">
              <a:buNone/>
              <a:defRPr sz="1600" b="1"/>
            </a:lvl2pPr>
            <a:lvl3pPr marL="914400" indent="0">
              <a:buNone/>
              <a:defRPr sz="16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8CC6CB-F028-4322-B54F-571203106F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7" y="2510632"/>
            <a:ext cx="4872133" cy="3684588"/>
          </a:xfrm>
        </p:spPr>
        <p:txBody>
          <a:bodyPr/>
          <a:lstStyle>
            <a:lvl2pPr>
              <a:defRPr b="1"/>
            </a:lvl2pPr>
            <a:lvl3pPr>
              <a:defRPr b="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2AD2CD7-554E-4EAA-BAF6-86ABB7E81D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889809" y="1681163"/>
            <a:ext cx="4849909" cy="823912"/>
          </a:xfrm>
        </p:spPr>
        <p:txBody>
          <a:bodyPr anchor="b">
            <a:noAutofit/>
          </a:bodyPr>
          <a:lstStyle>
            <a:lvl1pPr marL="0" indent="0">
              <a:buNone/>
              <a:defRPr sz="1600" b="1" cap="all" spc="300" baseline="0"/>
            </a:lvl1pPr>
            <a:lvl2pPr marL="457200" indent="0">
              <a:buNone/>
              <a:defRPr sz="1600" b="1"/>
            </a:lvl2pPr>
            <a:lvl3pPr marL="914400" indent="0">
              <a:buNone/>
              <a:defRPr sz="16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982A2D6-379C-4D26-90AC-9F2F46DCE7F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889810" y="2505075"/>
            <a:ext cx="4872134" cy="3684588"/>
          </a:xfrm>
        </p:spPr>
        <p:txBody>
          <a:bodyPr/>
          <a:lstStyle>
            <a:lvl2pPr>
              <a:defRPr b="1"/>
            </a:lvl2pPr>
            <a:lvl3pPr>
              <a:defRPr b="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EA0E4F3-8A65-4788-AE96-1FB2060F48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B4245-B7F0-48F5-9A59-408A637F0829}" type="datetimeFigureOut">
              <a:rPr lang="en-US" dirty="0"/>
              <a:t>9/8/2026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7522DA4-5EE1-440C-ADDE-D7B4F77B4E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6BC291E-B8EF-4ED7-A04A-23426C220C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78CCF-2EC4-44CB-A694-F6F6E59A398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36227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1CB818-E8D0-497B-9A7E-4F281D0DBC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FE82B9D-CD58-4C05-8A78-CB6E0E9D49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9FBFC-AFD0-49F7-9AAB-86AF5F4471C2}" type="datetimeFigureOut">
              <a:rPr lang="en-US" dirty="0"/>
              <a:t>9/8/2026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DE60CD-D6F3-40A7-BB8B-FEC8E3156A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02B832-C4FE-4F88-85EA-DDC16A82B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78CCF-2EC4-44CB-A694-F6F6E59A398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7795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C75B2FC-801A-44A4-96BF-26A9E8B2A1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DAEFA3-A6B6-4916-BD87-2F7F0B6DE4AC}" type="datetimeFigureOut">
              <a:rPr lang="en-US" dirty="0"/>
              <a:t>9/8/2026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8127F04-7E7E-485C-8B30-6B89E5A69F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933C81-AA74-4BCE-AA9E-56E5791D07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78CCF-2EC4-44CB-A694-F6F6E59A398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1281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DFD3CB-0541-46AD-B35E-0E0A1375E8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F8EFDE-1D7D-46B8-AB55-A3C02EDD18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457201"/>
            <a:ext cx="5652153" cy="5403850"/>
          </a:xfrm>
        </p:spPr>
        <p:txBody>
          <a:bodyPr/>
          <a:lstStyle>
            <a:lvl1pPr>
              <a:defRPr sz="3200"/>
            </a:lvl1pPr>
            <a:lvl2pPr>
              <a:defRPr sz="2800" b="1"/>
            </a:lvl2pPr>
            <a:lvl3pPr>
              <a:defRPr sz="2400" b="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11D2F5-DB36-4943-8A14-96AFC48830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6C07D4-6597-444C-9EFD-62021AE761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928FE2-E902-4B86-B2C7-4AE6B54CDB70}" type="datetimeFigureOut">
              <a:rPr lang="en-US" dirty="0"/>
              <a:t>9/8/2026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2D0D2C-70E8-4A24-9727-BEAF10B17D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D9E0F6-7216-48A1-8BCA-770C6DE38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78CCF-2EC4-44CB-A694-F6F6E59A398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72383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4CBEBD-5F1A-4111-A7F2-1CE82C9A69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00517FB-4008-4F68-B193-482971BA720D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606C5F-0885-458F-9B21-47E60171BF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886F2E-B752-4D78-8DC4-C96A1A00E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674E58-F253-4E0F-B41E-2DC0E51ABEA1}" type="datetimeFigureOut">
              <a:rPr lang="en-US" dirty="0"/>
              <a:t>9/8/2026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C37751-8BB8-4224-870A-A2953E7607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42CE94-BD7E-44B3-9B5E-67D4BD317E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78CCF-2EC4-44CB-A694-F6F6E59A398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33893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683CBE-1EA9-4E8B-A281-C50B792E55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2EB1A0-A59D-4CB9-BABB-C6BF1D2E99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E6265B-940D-433C-AD76-2D6A424493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30231-6059-4AF0-B828-13FEB68C6E43}" type="datetimeFigureOut">
              <a:rPr lang="en-US" dirty="0"/>
              <a:t>9/8/2026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CAB98E-314F-45C4-9A64-AD3FAE0516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E49F32-B214-4A0C-8669-7FE4BA445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78CCF-2EC4-44CB-A694-F6F6E59A398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86856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8DE4A6D-DAA1-4551-A093-3C36C1C8C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25FDA9-71CD-4B86-B291-BEBA43D8ED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D9F5B1-B635-4479-A426-B1D4066502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06E087-9EB9-42E7-B62A-9B8FE3556101}" type="datetimeFigureOut">
              <a:rPr lang="en-US" dirty="0"/>
              <a:t>9/8/2026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833098-8769-47C3-80B2-C2942F984D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EA9297-65D4-45BE-BE6C-5531FC6A5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78CCF-2EC4-44CB-A694-F6F6E59A398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3755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71AFD227-869A-489C-A9B5-3F0498DF3C0C}"/>
              </a:ext>
            </a:extLst>
          </p:cNvPr>
          <p:cNvGrpSpPr/>
          <p:nvPr/>
        </p:nvGrpSpPr>
        <p:grpSpPr>
          <a:xfrm>
            <a:off x="11096450" y="13394"/>
            <a:ext cx="494218" cy="6814823"/>
            <a:chOff x="11096450" y="13394"/>
            <a:chExt cx="494218" cy="6814823"/>
          </a:xfrm>
          <a:solidFill>
            <a:schemeClr val="bg2">
              <a:lumMod val="90000"/>
            </a:schemeClr>
          </a:solidFill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62704B34-199B-4964-9C78-3AB9735915AA}"/>
                </a:ext>
              </a:extLst>
            </p:cNvPr>
            <p:cNvSpPr/>
            <p:nvPr/>
          </p:nvSpPr>
          <p:spPr bwMode="auto">
            <a:xfrm rot="5400000">
              <a:off x="11108009" y="6718576"/>
              <a:ext cx="131153" cy="88130"/>
            </a:xfrm>
            <a:custGeom>
              <a:avLst/>
              <a:gdLst/>
              <a:ahLst/>
              <a:cxnLst/>
              <a:rect l="0" t="0" r="r" b="b"/>
              <a:pathLst>
                <a:path w="40" h="29">
                  <a:moveTo>
                    <a:pt x="26" y="0"/>
                  </a:moveTo>
                  <a:cubicBezTo>
                    <a:pt x="34" y="0"/>
                    <a:pt x="40" y="10"/>
                    <a:pt x="39" y="20"/>
                  </a:cubicBezTo>
                  <a:cubicBezTo>
                    <a:pt x="17" y="29"/>
                    <a:pt x="0" y="10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9" name="Freeform 10">
              <a:extLst>
                <a:ext uri="{FF2B5EF4-FFF2-40B4-BE49-F238E27FC236}">
                  <a16:creationId xmlns:a16="http://schemas.microsoft.com/office/drawing/2014/main" id="{8B1E8DB8-017D-454E-849F-EE5742849FD4}"/>
                </a:ext>
              </a:extLst>
            </p:cNvPr>
            <p:cNvSpPr/>
            <p:nvPr/>
          </p:nvSpPr>
          <p:spPr bwMode="auto">
            <a:xfrm rot="5400000">
              <a:off x="11475034" y="77813"/>
              <a:ext cx="138242" cy="88130"/>
            </a:xfrm>
            <a:custGeom>
              <a:avLst/>
              <a:gdLst/>
              <a:ahLst/>
              <a:cxnLst/>
              <a:rect l="0" t="0" r="r" b="b"/>
              <a:pathLst>
                <a:path w="42" h="29">
                  <a:moveTo>
                    <a:pt x="22" y="0"/>
                  </a:moveTo>
                  <a:cubicBezTo>
                    <a:pt x="42" y="7"/>
                    <a:pt x="28" y="29"/>
                    <a:pt x="14" y="25"/>
                  </a:cubicBezTo>
                  <a:cubicBezTo>
                    <a:pt x="0" y="18"/>
                    <a:pt x="8" y="1"/>
                    <a:pt x="22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0" name="Freeform 15">
              <a:extLst>
                <a:ext uri="{FF2B5EF4-FFF2-40B4-BE49-F238E27FC236}">
                  <a16:creationId xmlns:a16="http://schemas.microsoft.com/office/drawing/2014/main" id="{16D80E5D-5099-41C4-A80A-1B1538C382FC}"/>
                </a:ext>
              </a:extLst>
            </p:cNvPr>
            <p:cNvSpPr/>
            <p:nvPr/>
          </p:nvSpPr>
          <p:spPr bwMode="auto">
            <a:xfrm rot="5400000">
              <a:off x="11478964" y="592010"/>
              <a:ext cx="121406" cy="72626"/>
            </a:xfrm>
            <a:custGeom>
              <a:avLst/>
              <a:gdLst/>
              <a:ahLst/>
              <a:cxnLst/>
              <a:rect l="0" t="0" r="r" b="b"/>
              <a:pathLst>
                <a:path w="37" h="24">
                  <a:moveTo>
                    <a:pt x="16" y="0"/>
                  </a:moveTo>
                  <a:cubicBezTo>
                    <a:pt x="37" y="6"/>
                    <a:pt x="30" y="20"/>
                    <a:pt x="11" y="24"/>
                  </a:cubicBezTo>
                  <a:cubicBezTo>
                    <a:pt x="0" y="17"/>
                    <a:pt x="5" y="3"/>
                    <a:pt x="16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1" name="Freeform 18">
              <a:extLst>
                <a:ext uri="{FF2B5EF4-FFF2-40B4-BE49-F238E27FC236}">
                  <a16:creationId xmlns:a16="http://schemas.microsoft.com/office/drawing/2014/main" id="{947751E1-E2F4-467E-B547-3BD4BAB7F560}"/>
                </a:ext>
              </a:extLst>
            </p:cNvPr>
            <p:cNvSpPr/>
            <p:nvPr/>
          </p:nvSpPr>
          <p:spPr bwMode="auto">
            <a:xfrm rot="5400000">
              <a:off x="11482378" y="335267"/>
              <a:ext cx="138242" cy="78339"/>
            </a:xfrm>
            <a:custGeom>
              <a:avLst/>
              <a:gdLst/>
              <a:ahLst/>
              <a:cxnLst/>
              <a:rect l="0" t="0" r="r" b="b"/>
              <a:pathLst>
                <a:path w="42" h="26">
                  <a:moveTo>
                    <a:pt x="6" y="6"/>
                  </a:moveTo>
                  <a:cubicBezTo>
                    <a:pt x="25" y="0"/>
                    <a:pt x="42" y="17"/>
                    <a:pt x="21" y="26"/>
                  </a:cubicBezTo>
                  <a:cubicBezTo>
                    <a:pt x="9" y="26"/>
                    <a:pt x="0" y="16"/>
                    <a:pt x="6" y="6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2" name="Freeform 19">
              <a:extLst>
                <a:ext uri="{FF2B5EF4-FFF2-40B4-BE49-F238E27FC236}">
                  <a16:creationId xmlns:a16="http://schemas.microsoft.com/office/drawing/2014/main" id="{55D8869B-B701-4268-9856-876345C8AE3F}"/>
                </a:ext>
              </a:extLst>
            </p:cNvPr>
            <p:cNvSpPr/>
            <p:nvPr/>
          </p:nvSpPr>
          <p:spPr bwMode="auto">
            <a:xfrm rot="5400000">
              <a:off x="11407714" y="2021691"/>
              <a:ext cx="124951" cy="69362"/>
            </a:xfrm>
            <a:custGeom>
              <a:avLst/>
              <a:gdLst/>
              <a:ahLst/>
              <a:cxnLst/>
              <a:rect l="0" t="0" r="r" b="b"/>
              <a:pathLst>
                <a:path w="38" h="23">
                  <a:moveTo>
                    <a:pt x="16" y="0"/>
                  </a:moveTo>
                  <a:cubicBezTo>
                    <a:pt x="38" y="8"/>
                    <a:pt x="31" y="18"/>
                    <a:pt x="10" y="23"/>
                  </a:cubicBezTo>
                  <a:cubicBezTo>
                    <a:pt x="0" y="16"/>
                    <a:pt x="4" y="3"/>
                    <a:pt x="16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3" name="Freeform 20">
              <a:extLst>
                <a:ext uri="{FF2B5EF4-FFF2-40B4-BE49-F238E27FC236}">
                  <a16:creationId xmlns:a16="http://schemas.microsoft.com/office/drawing/2014/main" id="{A25CA59C-849F-4CE4-A9B0-293F98DE2C7C}"/>
                </a:ext>
              </a:extLst>
            </p:cNvPr>
            <p:cNvSpPr/>
            <p:nvPr/>
          </p:nvSpPr>
          <p:spPr bwMode="auto">
            <a:xfrm rot="5400000">
              <a:off x="11414629" y="2272420"/>
              <a:ext cx="128495" cy="78339"/>
            </a:xfrm>
            <a:custGeom>
              <a:avLst/>
              <a:gdLst/>
              <a:ahLst/>
              <a:cxnLst/>
              <a:rect l="0" t="0" r="r" b="b"/>
              <a:pathLst>
                <a:path w="39" h="26">
                  <a:moveTo>
                    <a:pt x="24" y="0"/>
                  </a:moveTo>
                  <a:cubicBezTo>
                    <a:pt x="39" y="3"/>
                    <a:pt x="36" y="26"/>
                    <a:pt x="20" y="26"/>
                  </a:cubicBezTo>
                  <a:cubicBezTo>
                    <a:pt x="0" y="18"/>
                    <a:pt x="3" y="3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4" name="Freeform 22">
              <a:extLst>
                <a:ext uri="{FF2B5EF4-FFF2-40B4-BE49-F238E27FC236}">
                  <a16:creationId xmlns:a16="http://schemas.microsoft.com/office/drawing/2014/main" id="{FE000DB1-AAA1-4BFF-8F14-53624C2F9E0B}"/>
                </a:ext>
              </a:extLst>
            </p:cNvPr>
            <p:cNvSpPr/>
            <p:nvPr/>
          </p:nvSpPr>
          <p:spPr bwMode="auto">
            <a:xfrm rot="5400000">
              <a:off x="11426398" y="1049544"/>
              <a:ext cx="150648" cy="99554"/>
            </a:xfrm>
            <a:custGeom>
              <a:avLst/>
              <a:gdLst/>
              <a:ahLst/>
              <a:cxnLst/>
              <a:rect l="0" t="0" r="r" b="b"/>
              <a:pathLst>
                <a:path w="46" h="33">
                  <a:moveTo>
                    <a:pt x="26" y="0"/>
                  </a:moveTo>
                  <a:cubicBezTo>
                    <a:pt x="29" y="0"/>
                    <a:pt x="46" y="16"/>
                    <a:pt x="38" y="22"/>
                  </a:cubicBezTo>
                  <a:cubicBezTo>
                    <a:pt x="16" y="33"/>
                    <a:pt x="0" y="5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5" name="Freeform 23">
              <a:extLst>
                <a:ext uri="{FF2B5EF4-FFF2-40B4-BE49-F238E27FC236}">
                  <a16:creationId xmlns:a16="http://schemas.microsoft.com/office/drawing/2014/main" id="{5EEFBC14-7E5B-47B2-B5E3-E90991F89191}"/>
                </a:ext>
              </a:extLst>
            </p:cNvPr>
            <p:cNvSpPr/>
            <p:nvPr/>
          </p:nvSpPr>
          <p:spPr bwMode="auto">
            <a:xfrm rot="5400000">
              <a:off x="11440085" y="836978"/>
              <a:ext cx="134697" cy="81603"/>
            </a:xfrm>
            <a:custGeom>
              <a:avLst/>
              <a:gdLst/>
              <a:ahLst/>
              <a:cxnLst/>
              <a:rect l="0" t="0" r="r" b="b"/>
              <a:pathLst>
                <a:path w="41" h="27">
                  <a:moveTo>
                    <a:pt x="19" y="0"/>
                  </a:moveTo>
                  <a:cubicBezTo>
                    <a:pt x="41" y="10"/>
                    <a:pt x="28" y="27"/>
                    <a:pt x="8" y="20"/>
                  </a:cubicBezTo>
                  <a:cubicBezTo>
                    <a:pt x="0" y="8"/>
                    <a:pt x="7" y="2"/>
                    <a:pt x="19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6" name="Freeform 26">
              <a:extLst>
                <a:ext uri="{FF2B5EF4-FFF2-40B4-BE49-F238E27FC236}">
                  <a16:creationId xmlns:a16="http://schemas.microsoft.com/office/drawing/2014/main" id="{00AFF6E4-A34A-4FD3-8C57-BB96114822D1}"/>
                </a:ext>
              </a:extLst>
            </p:cNvPr>
            <p:cNvSpPr/>
            <p:nvPr/>
          </p:nvSpPr>
          <p:spPr bwMode="auto">
            <a:xfrm rot="5400000">
              <a:off x="11427309" y="1320685"/>
              <a:ext cx="127608" cy="78339"/>
            </a:xfrm>
            <a:custGeom>
              <a:avLst/>
              <a:gdLst/>
              <a:ahLst/>
              <a:cxnLst/>
              <a:rect l="0" t="0" r="r" b="b"/>
              <a:pathLst>
                <a:path w="39" h="26">
                  <a:moveTo>
                    <a:pt x="24" y="0"/>
                  </a:moveTo>
                  <a:cubicBezTo>
                    <a:pt x="39" y="2"/>
                    <a:pt x="36" y="26"/>
                    <a:pt x="20" y="25"/>
                  </a:cubicBezTo>
                  <a:cubicBezTo>
                    <a:pt x="0" y="18"/>
                    <a:pt x="3" y="3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7" name="Freeform 27">
              <a:extLst>
                <a:ext uri="{FF2B5EF4-FFF2-40B4-BE49-F238E27FC236}">
                  <a16:creationId xmlns:a16="http://schemas.microsoft.com/office/drawing/2014/main" id="{C63A8474-C075-4441-A0B3-52286EA50093}"/>
                </a:ext>
              </a:extLst>
            </p:cNvPr>
            <p:cNvSpPr/>
            <p:nvPr/>
          </p:nvSpPr>
          <p:spPr bwMode="auto">
            <a:xfrm rot="5400000">
              <a:off x="11407470" y="1778440"/>
              <a:ext cx="131153" cy="93843"/>
            </a:xfrm>
            <a:custGeom>
              <a:avLst/>
              <a:gdLst/>
              <a:ahLst/>
              <a:cxnLst/>
              <a:rect l="0" t="0" r="r" b="b"/>
              <a:pathLst>
                <a:path w="40" h="31">
                  <a:moveTo>
                    <a:pt x="22" y="0"/>
                  </a:moveTo>
                  <a:cubicBezTo>
                    <a:pt x="39" y="3"/>
                    <a:pt x="40" y="31"/>
                    <a:pt x="16" y="25"/>
                  </a:cubicBezTo>
                  <a:cubicBezTo>
                    <a:pt x="0" y="7"/>
                    <a:pt x="13" y="4"/>
                    <a:pt x="22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8" name="Freeform 28">
              <a:extLst>
                <a:ext uri="{FF2B5EF4-FFF2-40B4-BE49-F238E27FC236}">
                  <a16:creationId xmlns:a16="http://schemas.microsoft.com/office/drawing/2014/main" id="{35DA4698-A2ED-4512-8887-F12D3F14372A}"/>
                </a:ext>
              </a:extLst>
            </p:cNvPr>
            <p:cNvSpPr/>
            <p:nvPr/>
          </p:nvSpPr>
          <p:spPr bwMode="auto">
            <a:xfrm rot="5400000">
              <a:off x="11404869" y="1535195"/>
              <a:ext cx="127608" cy="69362"/>
            </a:xfrm>
            <a:custGeom>
              <a:avLst/>
              <a:gdLst/>
              <a:ahLst/>
              <a:cxnLst/>
              <a:rect l="0" t="0" r="r" b="b"/>
              <a:pathLst>
                <a:path w="39" h="23">
                  <a:moveTo>
                    <a:pt x="16" y="0"/>
                  </a:moveTo>
                  <a:cubicBezTo>
                    <a:pt x="39" y="7"/>
                    <a:pt x="31" y="17"/>
                    <a:pt x="11" y="23"/>
                  </a:cubicBezTo>
                  <a:cubicBezTo>
                    <a:pt x="0" y="16"/>
                    <a:pt x="4" y="2"/>
                    <a:pt x="16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9" name="Freeform 30">
              <a:extLst>
                <a:ext uri="{FF2B5EF4-FFF2-40B4-BE49-F238E27FC236}">
                  <a16:creationId xmlns:a16="http://schemas.microsoft.com/office/drawing/2014/main" id="{3358E118-D590-4E50-B21C-6CDAA1CCAFCB}"/>
                </a:ext>
              </a:extLst>
            </p:cNvPr>
            <p:cNvSpPr/>
            <p:nvPr/>
          </p:nvSpPr>
          <p:spPr bwMode="auto">
            <a:xfrm rot="5400000">
              <a:off x="11480119" y="1078297"/>
              <a:ext cx="9748" cy="5712"/>
            </a:xfrm>
            <a:custGeom>
              <a:avLst/>
              <a:gdLst/>
              <a:ahLst/>
              <a:cxnLst/>
              <a:rect l="0" t="0" r="r" b="b"/>
              <a:pathLst>
                <a:path w="3" h="2">
                  <a:moveTo>
                    <a:pt x="1" y="0"/>
                  </a:moveTo>
                  <a:cubicBezTo>
                    <a:pt x="2" y="1"/>
                    <a:pt x="3" y="2"/>
                    <a:pt x="2" y="2"/>
                  </a:cubicBezTo>
                  <a:cubicBezTo>
                    <a:pt x="1" y="2"/>
                    <a:pt x="0" y="1"/>
                    <a:pt x="1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0" name="Freeform 43">
              <a:extLst>
                <a:ext uri="{FF2B5EF4-FFF2-40B4-BE49-F238E27FC236}">
                  <a16:creationId xmlns:a16="http://schemas.microsoft.com/office/drawing/2014/main" id="{F1EE889E-60FF-423F-ADCB-6CBEE853A040}"/>
                </a:ext>
              </a:extLst>
            </p:cNvPr>
            <p:cNvSpPr/>
            <p:nvPr/>
          </p:nvSpPr>
          <p:spPr bwMode="auto">
            <a:xfrm rot="5400000">
              <a:off x="11194111" y="860614"/>
              <a:ext cx="143559" cy="75075"/>
            </a:xfrm>
            <a:custGeom>
              <a:avLst/>
              <a:gdLst/>
              <a:ahLst/>
              <a:cxnLst/>
              <a:rect l="0" t="0" r="r" b="b"/>
              <a:pathLst>
                <a:path w="44" h="25">
                  <a:moveTo>
                    <a:pt x="28" y="0"/>
                  </a:moveTo>
                  <a:cubicBezTo>
                    <a:pt x="44" y="2"/>
                    <a:pt x="38" y="22"/>
                    <a:pt x="25" y="25"/>
                  </a:cubicBezTo>
                  <a:cubicBezTo>
                    <a:pt x="0" y="25"/>
                    <a:pt x="9" y="5"/>
                    <a:pt x="28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1" name="Freeform 51">
              <a:extLst>
                <a:ext uri="{FF2B5EF4-FFF2-40B4-BE49-F238E27FC236}">
                  <a16:creationId xmlns:a16="http://schemas.microsoft.com/office/drawing/2014/main" id="{A4AA0634-0A7C-4A35-8EB7-775200F129FD}"/>
                </a:ext>
              </a:extLst>
            </p:cNvPr>
            <p:cNvSpPr/>
            <p:nvPr/>
          </p:nvSpPr>
          <p:spPr bwMode="auto">
            <a:xfrm rot="5400000">
              <a:off x="11167080" y="1015030"/>
              <a:ext cx="115202" cy="90579"/>
            </a:xfrm>
            <a:custGeom>
              <a:avLst/>
              <a:gdLst/>
              <a:ahLst/>
              <a:cxnLst/>
              <a:rect l="0" t="0" r="r" b="b"/>
              <a:pathLst>
                <a:path w="35" h="30">
                  <a:moveTo>
                    <a:pt x="19" y="0"/>
                  </a:moveTo>
                  <a:cubicBezTo>
                    <a:pt x="26" y="0"/>
                    <a:pt x="35" y="8"/>
                    <a:pt x="33" y="15"/>
                  </a:cubicBezTo>
                  <a:cubicBezTo>
                    <a:pt x="30" y="12"/>
                    <a:pt x="27" y="17"/>
                    <a:pt x="25" y="19"/>
                  </a:cubicBezTo>
                  <a:cubicBezTo>
                    <a:pt x="7" y="30"/>
                    <a:pt x="0" y="5"/>
                    <a:pt x="19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2" name="Freeform 52">
              <a:extLst>
                <a:ext uri="{FF2B5EF4-FFF2-40B4-BE49-F238E27FC236}">
                  <a16:creationId xmlns:a16="http://schemas.microsoft.com/office/drawing/2014/main" id="{EBA21558-CAC3-445C-8882-5D4A0C6D2A0E}"/>
                </a:ext>
              </a:extLst>
            </p:cNvPr>
            <p:cNvSpPr/>
            <p:nvPr/>
          </p:nvSpPr>
          <p:spPr bwMode="auto">
            <a:xfrm rot="5400000">
              <a:off x="11164085" y="450599"/>
              <a:ext cx="118747" cy="81603"/>
            </a:xfrm>
            <a:custGeom>
              <a:avLst/>
              <a:gdLst/>
              <a:ahLst/>
              <a:cxnLst/>
              <a:rect l="0" t="0" r="r" b="b"/>
              <a:pathLst>
                <a:path w="36" h="27">
                  <a:moveTo>
                    <a:pt x="21" y="0"/>
                  </a:moveTo>
                  <a:cubicBezTo>
                    <a:pt x="33" y="3"/>
                    <a:pt x="36" y="23"/>
                    <a:pt x="22" y="27"/>
                  </a:cubicBezTo>
                  <a:cubicBezTo>
                    <a:pt x="3" y="25"/>
                    <a:pt x="0" y="1"/>
                    <a:pt x="21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3" name="Freeform 53">
              <a:extLst>
                <a:ext uri="{FF2B5EF4-FFF2-40B4-BE49-F238E27FC236}">
                  <a16:creationId xmlns:a16="http://schemas.microsoft.com/office/drawing/2014/main" id="{2E9415F1-5D31-4C25-9E26-203EEF500877}"/>
                </a:ext>
              </a:extLst>
            </p:cNvPr>
            <p:cNvSpPr/>
            <p:nvPr/>
          </p:nvSpPr>
          <p:spPr bwMode="auto">
            <a:xfrm rot="5400000">
              <a:off x="11155166" y="1253803"/>
              <a:ext cx="127608" cy="79154"/>
            </a:xfrm>
            <a:custGeom>
              <a:avLst/>
              <a:gdLst/>
              <a:ahLst/>
              <a:cxnLst/>
              <a:rect l="0" t="0" r="r" b="b"/>
              <a:pathLst>
                <a:path w="39" h="26">
                  <a:moveTo>
                    <a:pt x="24" y="0"/>
                  </a:moveTo>
                  <a:cubicBezTo>
                    <a:pt x="39" y="3"/>
                    <a:pt x="36" y="26"/>
                    <a:pt x="20" y="26"/>
                  </a:cubicBezTo>
                  <a:cubicBezTo>
                    <a:pt x="0" y="18"/>
                    <a:pt x="3" y="3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4" name="Freeform 54">
              <a:extLst>
                <a:ext uri="{FF2B5EF4-FFF2-40B4-BE49-F238E27FC236}">
                  <a16:creationId xmlns:a16="http://schemas.microsoft.com/office/drawing/2014/main" id="{622FC1F6-879A-45BA-8752-08020C39CE29}"/>
                </a:ext>
              </a:extLst>
            </p:cNvPr>
            <p:cNvSpPr/>
            <p:nvPr/>
          </p:nvSpPr>
          <p:spPr bwMode="auto">
            <a:xfrm rot="5400000">
              <a:off x="11141013" y="614227"/>
              <a:ext cx="134697" cy="105266"/>
            </a:xfrm>
            <a:custGeom>
              <a:avLst/>
              <a:gdLst/>
              <a:ahLst/>
              <a:cxnLst/>
              <a:rect l="0" t="0" r="r" b="b"/>
              <a:pathLst>
                <a:path w="41" h="35">
                  <a:moveTo>
                    <a:pt x="28" y="2"/>
                  </a:moveTo>
                  <a:cubicBezTo>
                    <a:pt x="37" y="0"/>
                    <a:pt x="41" y="13"/>
                    <a:pt x="40" y="21"/>
                  </a:cubicBezTo>
                  <a:cubicBezTo>
                    <a:pt x="22" y="35"/>
                    <a:pt x="0" y="10"/>
                    <a:pt x="28" y="2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5" name="Freeform 55">
              <a:extLst>
                <a:ext uri="{FF2B5EF4-FFF2-40B4-BE49-F238E27FC236}">
                  <a16:creationId xmlns:a16="http://schemas.microsoft.com/office/drawing/2014/main" id="{BA09826C-58E2-48C5-9666-333326C2CA44}"/>
                </a:ext>
              </a:extLst>
            </p:cNvPr>
            <p:cNvSpPr/>
            <p:nvPr/>
          </p:nvSpPr>
          <p:spPr bwMode="auto">
            <a:xfrm rot="5400000">
              <a:off x="11155026" y="1463404"/>
              <a:ext cx="131153" cy="69362"/>
            </a:xfrm>
            <a:custGeom>
              <a:avLst/>
              <a:gdLst/>
              <a:ahLst/>
              <a:cxnLst/>
              <a:rect l="0" t="0" r="r" b="b"/>
              <a:pathLst>
                <a:path w="40" h="23">
                  <a:moveTo>
                    <a:pt x="24" y="0"/>
                  </a:moveTo>
                  <a:cubicBezTo>
                    <a:pt x="40" y="0"/>
                    <a:pt x="38" y="20"/>
                    <a:pt x="25" y="23"/>
                  </a:cubicBezTo>
                  <a:cubicBezTo>
                    <a:pt x="0" y="22"/>
                    <a:pt x="6" y="3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6" name="Freeform 56">
              <a:extLst>
                <a:ext uri="{FF2B5EF4-FFF2-40B4-BE49-F238E27FC236}">
                  <a16:creationId xmlns:a16="http://schemas.microsoft.com/office/drawing/2014/main" id="{A6D3555F-4EA1-4EA7-9D08-2D75CE51927B}"/>
                </a:ext>
              </a:extLst>
            </p:cNvPr>
            <p:cNvSpPr/>
            <p:nvPr/>
          </p:nvSpPr>
          <p:spPr bwMode="auto">
            <a:xfrm rot="5400000">
              <a:off x="11101585" y="2335317"/>
              <a:ext cx="128495" cy="72626"/>
            </a:xfrm>
            <a:custGeom>
              <a:avLst/>
              <a:gdLst/>
              <a:ahLst/>
              <a:cxnLst/>
              <a:rect l="0" t="0" r="r" b="b"/>
              <a:pathLst>
                <a:path w="39" h="24">
                  <a:moveTo>
                    <a:pt x="21" y="0"/>
                  </a:moveTo>
                  <a:cubicBezTo>
                    <a:pt x="37" y="0"/>
                    <a:pt x="39" y="23"/>
                    <a:pt x="22" y="24"/>
                  </a:cubicBezTo>
                  <a:cubicBezTo>
                    <a:pt x="7" y="22"/>
                    <a:pt x="0" y="5"/>
                    <a:pt x="21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7" name="Freeform 57">
              <a:extLst>
                <a:ext uri="{FF2B5EF4-FFF2-40B4-BE49-F238E27FC236}">
                  <a16:creationId xmlns:a16="http://schemas.microsoft.com/office/drawing/2014/main" id="{60FA20E8-EDAA-4310-B870-97807901AC18}"/>
                </a:ext>
              </a:extLst>
            </p:cNvPr>
            <p:cNvSpPr/>
            <p:nvPr/>
          </p:nvSpPr>
          <p:spPr bwMode="auto">
            <a:xfrm rot="5400000">
              <a:off x="11141175" y="1673149"/>
              <a:ext cx="140901" cy="93843"/>
            </a:xfrm>
            <a:custGeom>
              <a:avLst/>
              <a:gdLst/>
              <a:ahLst/>
              <a:cxnLst/>
              <a:rect l="0" t="0" r="r" b="b"/>
              <a:pathLst>
                <a:path w="43" h="31">
                  <a:moveTo>
                    <a:pt x="27" y="3"/>
                  </a:moveTo>
                  <a:cubicBezTo>
                    <a:pt x="35" y="0"/>
                    <a:pt x="43" y="17"/>
                    <a:pt x="40" y="23"/>
                  </a:cubicBezTo>
                  <a:cubicBezTo>
                    <a:pt x="21" y="31"/>
                    <a:pt x="0" y="15"/>
                    <a:pt x="27" y="3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8" name="Freeform 59">
              <a:extLst>
                <a:ext uri="{FF2B5EF4-FFF2-40B4-BE49-F238E27FC236}">
                  <a16:creationId xmlns:a16="http://schemas.microsoft.com/office/drawing/2014/main" id="{F5552AA2-C2AB-4D59-B6EF-E8E5EE110E52}"/>
                </a:ext>
              </a:extLst>
            </p:cNvPr>
            <p:cNvSpPr/>
            <p:nvPr/>
          </p:nvSpPr>
          <p:spPr bwMode="auto">
            <a:xfrm rot="5400000">
              <a:off x="11120625" y="255502"/>
              <a:ext cx="124063" cy="78339"/>
            </a:xfrm>
            <a:custGeom>
              <a:avLst/>
              <a:gdLst/>
              <a:ahLst/>
              <a:cxnLst/>
              <a:rect l="0" t="0" r="r" b="b"/>
              <a:pathLst>
                <a:path w="38" h="26">
                  <a:moveTo>
                    <a:pt x="22" y="0"/>
                  </a:moveTo>
                  <a:cubicBezTo>
                    <a:pt x="38" y="3"/>
                    <a:pt x="33" y="25"/>
                    <a:pt x="18" y="26"/>
                  </a:cubicBezTo>
                  <a:cubicBezTo>
                    <a:pt x="0" y="20"/>
                    <a:pt x="6" y="3"/>
                    <a:pt x="22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9" name="Freeform 60">
              <a:extLst>
                <a:ext uri="{FF2B5EF4-FFF2-40B4-BE49-F238E27FC236}">
                  <a16:creationId xmlns:a16="http://schemas.microsoft.com/office/drawing/2014/main" id="{0BA267D0-8F6B-4803-B948-70E29B4587EB}"/>
                </a:ext>
              </a:extLst>
            </p:cNvPr>
            <p:cNvSpPr/>
            <p:nvPr/>
          </p:nvSpPr>
          <p:spPr bwMode="auto">
            <a:xfrm rot="5400000">
              <a:off x="11115856" y="1902943"/>
              <a:ext cx="131153" cy="69362"/>
            </a:xfrm>
            <a:custGeom>
              <a:avLst/>
              <a:gdLst/>
              <a:ahLst/>
              <a:cxnLst/>
              <a:rect l="0" t="0" r="r" b="b"/>
              <a:pathLst>
                <a:path w="40" h="23">
                  <a:moveTo>
                    <a:pt x="24" y="0"/>
                  </a:moveTo>
                  <a:cubicBezTo>
                    <a:pt x="40" y="0"/>
                    <a:pt x="38" y="20"/>
                    <a:pt x="25" y="23"/>
                  </a:cubicBezTo>
                  <a:cubicBezTo>
                    <a:pt x="0" y="22"/>
                    <a:pt x="6" y="4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0" name="Freeform 61">
              <a:extLst>
                <a:ext uri="{FF2B5EF4-FFF2-40B4-BE49-F238E27FC236}">
                  <a16:creationId xmlns:a16="http://schemas.microsoft.com/office/drawing/2014/main" id="{86E372A3-B9F4-4FEE-8B96-D9AD879E214E}"/>
                </a:ext>
              </a:extLst>
            </p:cNvPr>
            <p:cNvSpPr/>
            <p:nvPr/>
          </p:nvSpPr>
          <p:spPr bwMode="auto">
            <a:xfrm rot="5400000">
              <a:off x="11082153" y="2137303"/>
              <a:ext cx="137356" cy="99554"/>
            </a:xfrm>
            <a:custGeom>
              <a:avLst/>
              <a:gdLst/>
              <a:ahLst/>
              <a:cxnLst/>
              <a:rect l="0" t="0" r="r" b="b"/>
              <a:pathLst>
                <a:path w="42" h="33">
                  <a:moveTo>
                    <a:pt x="25" y="1"/>
                  </a:moveTo>
                  <a:cubicBezTo>
                    <a:pt x="42" y="14"/>
                    <a:pt x="15" y="33"/>
                    <a:pt x="4" y="19"/>
                  </a:cubicBezTo>
                  <a:cubicBezTo>
                    <a:pt x="0" y="5"/>
                    <a:pt x="16" y="0"/>
                    <a:pt x="25" y="1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1" name="Freeform 5">
              <a:extLst>
                <a:ext uri="{FF2B5EF4-FFF2-40B4-BE49-F238E27FC236}">
                  <a16:creationId xmlns:a16="http://schemas.microsoft.com/office/drawing/2014/main" id="{FF0C4564-5DA6-4224-A8B7-85CE1323DE8F}"/>
                </a:ext>
              </a:extLst>
            </p:cNvPr>
            <p:cNvSpPr/>
            <p:nvPr/>
          </p:nvSpPr>
          <p:spPr bwMode="auto">
            <a:xfrm rot="5400000">
              <a:off x="11410824" y="2818299"/>
              <a:ext cx="121406" cy="81603"/>
            </a:xfrm>
            <a:custGeom>
              <a:avLst/>
              <a:gdLst/>
              <a:ahLst/>
              <a:cxnLst/>
              <a:rect l="0" t="0" r="r" b="b"/>
              <a:pathLst>
                <a:path w="37" h="27">
                  <a:moveTo>
                    <a:pt x="20" y="1"/>
                  </a:moveTo>
                  <a:cubicBezTo>
                    <a:pt x="31" y="1"/>
                    <a:pt x="37" y="24"/>
                    <a:pt x="22" y="27"/>
                  </a:cubicBezTo>
                  <a:cubicBezTo>
                    <a:pt x="2" y="27"/>
                    <a:pt x="0" y="0"/>
                    <a:pt x="20" y="1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2" name="Freeform 6">
              <a:extLst>
                <a:ext uri="{FF2B5EF4-FFF2-40B4-BE49-F238E27FC236}">
                  <a16:creationId xmlns:a16="http://schemas.microsoft.com/office/drawing/2014/main" id="{19F31D0D-C43D-4BB0-A13C-9524B84117D4}"/>
                </a:ext>
              </a:extLst>
            </p:cNvPr>
            <p:cNvSpPr/>
            <p:nvPr/>
          </p:nvSpPr>
          <p:spPr bwMode="auto">
            <a:xfrm rot="5400000">
              <a:off x="11391700" y="5088176"/>
              <a:ext cx="124063" cy="87315"/>
            </a:xfrm>
            <a:custGeom>
              <a:avLst/>
              <a:gdLst/>
              <a:ahLst/>
              <a:cxnLst/>
              <a:rect l="0" t="0" r="r" b="b"/>
              <a:pathLst>
                <a:path w="38" h="29">
                  <a:moveTo>
                    <a:pt x="12" y="3"/>
                  </a:moveTo>
                  <a:cubicBezTo>
                    <a:pt x="34" y="0"/>
                    <a:pt x="38" y="26"/>
                    <a:pt x="15" y="29"/>
                  </a:cubicBezTo>
                  <a:cubicBezTo>
                    <a:pt x="4" y="23"/>
                    <a:pt x="0" y="9"/>
                    <a:pt x="12" y="3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3" name="Freeform 7">
              <a:extLst>
                <a:ext uri="{FF2B5EF4-FFF2-40B4-BE49-F238E27FC236}">
                  <a16:creationId xmlns:a16="http://schemas.microsoft.com/office/drawing/2014/main" id="{6B32FB03-B0FE-4731-BE41-C59AFB49FBF5}"/>
                </a:ext>
              </a:extLst>
            </p:cNvPr>
            <p:cNvSpPr/>
            <p:nvPr/>
          </p:nvSpPr>
          <p:spPr bwMode="auto">
            <a:xfrm rot="5400000">
              <a:off x="11371127" y="2531128"/>
              <a:ext cx="138242" cy="100371"/>
            </a:xfrm>
            <a:custGeom>
              <a:avLst/>
              <a:gdLst/>
              <a:ahLst/>
              <a:cxnLst/>
              <a:rect l="0" t="0" r="r" b="b"/>
              <a:pathLst>
                <a:path w="42" h="33">
                  <a:moveTo>
                    <a:pt x="25" y="1"/>
                  </a:moveTo>
                  <a:cubicBezTo>
                    <a:pt x="42" y="14"/>
                    <a:pt x="15" y="33"/>
                    <a:pt x="4" y="19"/>
                  </a:cubicBezTo>
                  <a:cubicBezTo>
                    <a:pt x="0" y="6"/>
                    <a:pt x="15" y="0"/>
                    <a:pt x="25" y="1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4" name="Freeform 8">
              <a:extLst>
                <a:ext uri="{FF2B5EF4-FFF2-40B4-BE49-F238E27FC236}">
                  <a16:creationId xmlns:a16="http://schemas.microsoft.com/office/drawing/2014/main" id="{BDD5B6F0-1E17-4DCD-AE5F-ED8C48892FEF}"/>
                </a:ext>
              </a:extLst>
            </p:cNvPr>
            <p:cNvSpPr/>
            <p:nvPr/>
          </p:nvSpPr>
          <p:spPr bwMode="auto">
            <a:xfrm rot="5400000">
              <a:off x="11401349" y="4735882"/>
              <a:ext cx="131153" cy="88130"/>
            </a:xfrm>
            <a:custGeom>
              <a:avLst/>
              <a:gdLst/>
              <a:ahLst/>
              <a:cxnLst/>
              <a:rect l="0" t="0" r="r" b="b"/>
              <a:pathLst>
                <a:path w="40" h="29">
                  <a:moveTo>
                    <a:pt x="26" y="0"/>
                  </a:moveTo>
                  <a:cubicBezTo>
                    <a:pt x="34" y="0"/>
                    <a:pt x="40" y="10"/>
                    <a:pt x="39" y="20"/>
                  </a:cubicBezTo>
                  <a:cubicBezTo>
                    <a:pt x="17" y="29"/>
                    <a:pt x="0" y="10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5" name="Freeform 9">
              <a:extLst>
                <a:ext uri="{FF2B5EF4-FFF2-40B4-BE49-F238E27FC236}">
                  <a16:creationId xmlns:a16="http://schemas.microsoft.com/office/drawing/2014/main" id="{0290BE17-E89B-4AF9-B3F6-AF4884D52467}"/>
                </a:ext>
              </a:extLst>
            </p:cNvPr>
            <p:cNvSpPr/>
            <p:nvPr/>
          </p:nvSpPr>
          <p:spPr bwMode="auto">
            <a:xfrm rot="5400000">
              <a:off x="11409487" y="4455410"/>
              <a:ext cx="121406" cy="88130"/>
            </a:xfrm>
            <a:custGeom>
              <a:avLst/>
              <a:gdLst/>
              <a:ahLst/>
              <a:cxnLst/>
              <a:rect l="0" t="0" r="r" b="b"/>
              <a:pathLst>
                <a:path w="37" h="29">
                  <a:moveTo>
                    <a:pt x="18" y="4"/>
                  </a:moveTo>
                  <a:cubicBezTo>
                    <a:pt x="35" y="0"/>
                    <a:pt x="37" y="28"/>
                    <a:pt x="22" y="29"/>
                  </a:cubicBezTo>
                  <a:cubicBezTo>
                    <a:pt x="7" y="28"/>
                    <a:pt x="0" y="1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6" name="Freeform 11">
              <a:extLst>
                <a:ext uri="{FF2B5EF4-FFF2-40B4-BE49-F238E27FC236}">
                  <a16:creationId xmlns:a16="http://schemas.microsoft.com/office/drawing/2014/main" id="{85F63089-F77F-4F02-8417-AAC1847FBCA7}"/>
                </a:ext>
              </a:extLst>
            </p:cNvPr>
            <p:cNvSpPr/>
            <p:nvPr/>
          </p:nvSpPr>
          <p:spPr bwMode="auto">
            <a:xfrm rot="5400000">
              <a:off x="11369848" y="4194178"/>
              <a:ext cx="143559" cy="102819"/>
            </a:xfrm>
            <a:custGeom>
              <a:avLst/>
              <a:gdLst/>
              <a:ahLst/>
              <a:cxnLst/>
              <a:rect l="0" t="0" r="r" b="b"/>
              <a:pathLst>
                <a:path w="44" h="34">
                  <a:moveTo>
                    <a:pt x="31" y="1"/>
                  </a:moveTo>
                  <a:cubicBezTo>
                    <a:pt x="39" y="0"/>
                    <a:pt x="44" y="12"/>
                    <a:pt x="42" y="19"/>
                  </a:cubicBezTo>
                  <a:cubicBezTo>
                    <a:pt x="25" y="34"/>
                    <a:pt x="0" y="8"/>
                    <a:pt x="31" y="1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7" name="Freeform 12">
              <a:extLst>
                <a:ext uri="{FF2B5EF4-FFF2-40B4-BE49-F238E27FC236}">
                  <a16:creationId xmlns:a16="http://schemas.microsoft.com/office/drawing/2014/main" id="{7B01CD5E-570F-4CBF-9904-94F30D928C54}"/>
                </a:ext>
              </a:extLst>
            </p:cNvPr>
            <p:cNvSpPr/>
            <p:nvPr/>
          </p:nvSpPr>
          <p:spPr bwMode="auto">
            <a:xfrm rot="5400000">
              <a:off x="11381624" y="3691697"/>
              <a:ext cx="134697" cy="81603"/>
            </a:xfrm>
            <a:custGeom>
              <a:avLst/>
              <a:gdLst/>
              <a:ahLst/>
              <a:cxnLst/>
              <a:rect l="0" t="0" r="r" b="b"/>
              <a:pathLst>
                <a:path w="41" h="27">
                  <a:moveTo>
                    <a:pt x="22" y="0"/>
                  </a:moveTo>
                  <a:cubicBezTo>
                    <a:pt x="41" y="12"/>
                    <a:pt x="24" y="27"/>
                    <a:pt x="8" y="20"/>
                  </a:cubicBezTo>
                  <a:cubicBezTo>
                    <a:pt x="0" y="7"/>
                    <a:pt x="8" y="0"/>
                    <a:pt x="22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8" name="Freeform 13">
              <a:extLst>
                <a:ext uri="{FF2B5EF4-FFF2-40B4-BE49-F238E27FC236}">
                  <a16:creationId xmlns:a16="http://schemas.microsoft.com/office/drawing/2014/main" id="{7EE6A672-2915-4B03-99A9-9364D5F1521E}"/>
                </a:ext>
              </a:extLst>
            </p:cNvPr>
            <p:cNvSpPr/>
            <p:nvPr/>
          </p:nvSpPr>
          <p:spPr bwMode="auto">
            <a:xfrm rot="5400000">
              <a:off x="11417787" y="3075050"/>
              <a:ext cx="124951" cy="69362"/>
            </a:xfrm>
            <a:custGeom>
              <a:avLst/>
              <a:gdLst/>
              <a:ahLst/>
              <a:cxnLst/>
              <a:rect l="0" t="0" r="r" b="b"/>
              <a:pathLst>
                <a:path w="38" h="23">
                  <a:moveTo>
                    <a:pt x="26" y="0"/>
                  </a:moveTo>
                  <a:cubicBezTo>
                    <a:pt x="38" y="0"/>
                    <a:pt x="37" y="20"/>
                    <a:pt x="25" y="23"/>
                  </a:cubicBezTo>
                  <a:cubicBezTo>
                    <a:pt x="0" y="23"/>
                    <a:pt x="5" y="1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9" name="Freeform 14">
              <a:extLst>
                <a:ext uri="{FF2B5EF4-FFF2-40B4-BE49-F238E27FC236}">
                  <a16:creationId xmlns:a16="http://schemas.microsoft.com/office/drawing/2014/main" id="{2136B643-14E1-443A-BC1C-06ADAE65C30F}"/>
                </a:ext>
              </a:extLst>
            </p:cNvPr>
            <p:cNvSpPr/>
            <p:nvPr/>
          </p:nvSpPr>
          <p:spPr bwMode="auto">
            <a:xfrm rot="5400000">
              <a:off x="11376729" y="3335597"/>
              <a:ext cx="134697" cy="84866"/>
            </a:xfrm>
            <a:custGeom>
              <a:avLst/>
              <a:gdLst/>
              <a:ahLst/>
              <a:cxnLst/>
              <a:rect l="0" t="0" r="r" b="b"/>
              <a:pathLst>
                <a:path w="41" h="28">
                  <a:moveTo>
                    <a:pt x="26" y="1"/>
                  </a:moveTo>
                  <a:cubicBezTo>
                    <a:pt x="34" y="0"/>
                    <a:pt x="41" y="12"/>
                    <a:pt x="39" y="20"/>
                  </a:cubicBezTo>
                  <a:cubicBezTo>
                    <a:pt x="17" y="28"/>
                    <a:pt x="0" y="12"/>
                    <a:pt x="26" y="1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0" name="Freeform 16">
              <a:extLst>
                <a:ext uri="{FF2B5EF4-FFF2-40B4-BE49-F238E27FC236}">
                  <a16:creationId xmlns:a16="http://schemas.microsoft.com/office/drawing/2014/main" id="{867FA393-4F37-4E1A-870B-F96775FAB7E8}"/>
                </a:ext>
              </a:extLst>
            </p:cNvPr>
            <p:cNvSpPr/>
            <p:nvPr/>
          </p:nvSpPr>
          <p:spPr bwMode="auto">
            <a:xfrm rot="5400000">
              <a:off x="11360464" y="3934729"/>
              <a:ext cx="143559" cy="97107"/>
            </a:xfrm>
            <a:custGeom>
              <a:avLst/>
              <a:gdLst/>
              <a:ahLst/>
              <a:cxnLst/>
              <a:rect l="0" t="0" r="r" b="b"/>
              <a:pathLst>
                <a:path w="44" h="32">
                  <a:moveTo>
                    <a:pt x="31" y="1"/>
                  </a:moveTo>
                  <a:cubicBezTo>
                    <a:pt x="40" y="0"/>
                    <a:pt x="44" y="8"/>
                    <a:pt x="43" y="15"/>
                  </a:cubicBezTo>
                  <a:cubicBezTo>
                    <a:pt x="29" y="32"/>
                    <a:pt x="0" y="6"/>
                    <a:pt x="31" y="1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1" name="Freeform 17">
              <a:extLst>
                <a:ext uri="{FF2B5EF4-FFF2-40B4-BE49-F238E27FC236}">
                  <a16:creationId xmlns:a16="http://schemas.microsoft.com/office/drawing/2014/main" id="{E225A1BE-FAD2-4764-A7E4-A6DA07D0573B}"/>
                </a:ext>
              </a:extLst>
            </p:cNvPr>
            <p:cNvSpPr/>
            <p:nvPr/>
          </p:nvSpPr>
          <p:spPr bwMode="auto">
            <a:xfrm rot="5400000">
              <a:off x="11395443" y="5347417"/>
              <a:ext cx="94821" cy="69362"/>
            </a:xfrm>
            <a:custGeom>
              <a:avLst/>
              <a:gdLst/>
              <a:ahLst/>
              <a:cxnLst/>
              <a:rect l="0" t="0" r="r" b="b"/>
              <a:pathLst>
                <a:path w="29" h="23">
                  <a:moveTo>
                    <a:pt x="13" y="0"/>
                  </a:moveTo>
                  <a:cubicBezTo>
                    <a:pt x="27" y="0"/>
                    <a:pt x="29" y="22"/>
                    <a:pt x="13" y="23"/>
                  </a:cubicBezTo>
                  <a:cubicBezTo>
                    <a:pt x="2" y="22"/>
                    <a:pt x="0" y="2"/>
                    <a:pt x="13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2" name="Freeform 21">
              <a:extLst>
                <a:ext uri="{FF2B5EF4-FFF2-40B4-BE49-F238E27FC236}">
                  <a16:creationId xmlns:a16="http://schemas.microsoft.com/office/drawing/2014/main" id="{25D65388-C7E0-4C07-822A-03C5009C6D1E}"/>
                </a:ext>
              </a:extLst>
            </p:cNvPr>
            <p:cNvSpPr/>
            <p:nvPr/>
          </p:nvSpPr>
          <p:spPr bwMode="auto">
            <a:xfrm rot="5400000">
              <a:off x="11343434" y="5658571"/>
              <a:ext cx="140901" cy="102819"/>
            </a:xfrm>
            <a:custGeom>
              <a:avLst/>
              <a:gdLst/>
              <a:ahLst/>
              <a:cxnLst/>
              <a:rect l="0" t="0" r="r" b="b"/>
              <a:pathLst>
                <a:path w="43" h="34">
                  <a:moveTo>
                    <a:pt x="24" y="0"/>
                  </a:moveTo>
                  <a:cubicBezTo>
                    <a:pt x="43" y="3"/>
                    <a:pt x="28" y="34"/>
                    <a:pt x="14" y="23"/>
                  </a:cubicBezTo>
                  <a:cubicBezTo>
                    <a:pt x="0" y="28"/>
                    <a:pt x="4" y="5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3" name="Freeform 25">
              <a:extLst>
                <a:ext uri="{FF2B5EF4-FFF2-40B4-BE49-F238E27FC236}">
                  <a16:creationId xmlns:a16="http://schemas.microsoft.com/office/drawing/2014/main" id="{E1D79822-C494-449C-B439-F437DAD4F218}"/>
                </a:ext>
              </a:extLst>
            </p:cNvPr>
            <p:cNvSpPr/>
            <p:nvPr/>
          </p:nvSpPr>
          <p:spPr bwMode="auto">
            <a:xfrm rot="5400000">
              <a:off x="11324095" y="6423833"/>
              <a:ext cx="134697" cy="93843"/>
            </a:xfrm>
            <a:custGeom>
              <a:avLst/>
              <a:gdLst/>
              <a:ahLst/>
              <a:cxnLst/>
              <a:rect l="0" t="0" r="r" b="b"/>
              <a:pathLst>
                <a:path w="41" h="31">
                  <a:moveTo>
                    <a:pt x="23" y="0"/>
                  </a:moveTo>
                  <a:cubicBezTo>
                    <a:pt x="40" y="1"/>
                    <a:pt x="41" y="31"/>
                    <a:pt x="17" y="25"/>
                  </a:cubicBezTo>
                  <a:cubicBezTo>
                    <a:pt x="0" y="7"/>
                    <a:pt x="17" y="4"/>
                    <a:pt x="23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4" name="Freeform 29">
              <a:extLst>
                <a:ext uri="{FF2B5EF4-FFF2-40B4-BE49-F238E27FC236}">
                  <a16:creationId xmlns:a16="http://schemas.microsoft.com/office/drawing/2014/main" id="{CDB324E5-E8D9-40E3-BAB4-1F87E67E4F46}"/>
                </a:ext>
              </a:extLst>
            </p:cNvPr>
            <p:cNvSpPr/>
            <p:nvPr/>
          </p:nvSpPr>
          <p:spPr bwMode="auto">
            <a:xfrm rot="5400000">
              <a:off x="11324317" y="5897278"/>
              <a:ext cx="118747" cy="120771"/>
            </a:xfrm>
            <a:custGeom>
              <a:avLst/>
              <a:gdLst/>
              <a:ahLst/>
              <a:cxnLst/>
              <a:rect l="0" t="0" r="r" b="b"/>
              <a:pathLst>
                <a:path w="36" h="40">
                  <a:moveTo>
                    <a:pt x="16" y="4"/>
                  </a:moveTo>
                  <a:cubicBezTo>
                    <a:pt x="36" y="5"/>
                    <a:pt x="33" y="0"/>
                    <a:pt x="34" y="15"/>
                  </a:cubicBezTo>
                  <a:cubicBezTo>
                    <a:pt x="34" y="40"/>
                    <a:pt x="0" y="22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5" name="Freeform 31">
              <a:extLst>
                <a:ext uri="{FF2B5EF4-FFF2-40B4-BE49-F238E27FC236}">
                  <a16:creationId xmlns:a16="http://schemas.microsoft.com/office/drawing/2014/main" id="{15404AB3-12EB-462E-85A2-AF4A7E91D729}"/>
                </a:ext>
              </a:extLst>
            </p:cNvPr>
            <p:cNvSpPr/>
            <p:nvPr/>
          </p:nvSpPr>
          <p:spPr bwMode="auto">
            <a:xfrm rot="5400000">
              <a:off x="11356013" y="6183127"/>
              <a:ext cx="131153" cy="72626"/>
            </a:xfrm>
            <a:custGeom>
              <a:avLst/>
              <a:gdLst/>
              <a:ahLst/>
              <a:cxnLst/>
              <a:rect l="0" t="0" r="r" b="b"/>
              <a:pathLst>
                <a:path w="40" h="24">
                  <a:moveTo>
                    <a:pt x="24" y="0"/>
                  </a:moveTo>
                  <a:cubicBezTo>
                    <a:pt x="40" y="0"/>
                    <a:pt x="38" y="20"/>
                    <a:pt x="25" y="24"/>
                  </a:cubicBezTo>
                  <a:cubicBezTo>
                    <a:pt x="0" y="22"/>
                    <a:pt x="6" y="4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6" name="Freeform 32">
              <a:extLst>
                <a:ext uri="{FF2B5EF4-FFF2-40B4-BE49-F238E27FC236}">
                  <a16:creationId xmlns:a16="http://schemas.microsoft.com/office/drawing/2014/main" id="{228021CB-53B3-4BCC-A14C-0B6951FC971F}"/>
                </a:ext>
              </a:extLst>
            </p:cNvPr>
            <p:cNvSpPr/>
            <p:nvPr/>
          </p:nvSpPr>
          <p:spPr bwMode="auto">
            <a:xfrm rot="5400000">
              <a:off x="11104198" y="3296179"/>
              <a:ext cx="144445" cy="106083"/>
            </a:xfrm>
            <a:custGeom>
              <a:avLst/>
              <a:gdLst/>
              <a:ahLst/>
              <a:cxnLst/>
              <a:rect l="0" t="0" r="r" b="b"/>
              <a:pathLst>
                <a:path w="44" h="35">
                  <a:moveTo>
                    <a:pt x="28" y="0"/>
                  </a:moveTo>
                  <a:cubicBezTo>
                    <a:pt x="36" y="1"/>
                    <a:pt x="44" y="12"/>
                    <a:pt x="42" y="21"/>
                  </a:cubicBezTo>
                  <a:cubicBezTo>
                    <a:pt x="23" y="35"/>
                    <a:pt x="0" y="7"/>
                    <a:pt x="28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7" name="Freeform 33">
              <a:extLst>
                <a:ext uri="{FF2B5EF4-FFF2-40B4-BE49-F238E27FC236}">
                  <a16:creationId xmlns:a16="http://schemas.microsoft.com/office/drawing/2014/main" id="{B353D0BC-00A6-4EA4-9311-9FCB88CC2021}"/>
                </a:ext>
              </a:extLst>
            </p:cNvPr>
            <p:cNvSpPr/>
            <p:nvPr/>
          </p:nvSpPr>
          <p:spPr bwMode="auto">
            <a:xfrm rot="5400000">
              <a:off x="11134111" y="4387490"/>
              <a:ext cx="151535" cy="75075"/>
            </a:xfrm>
            <a:custGeom>
              <a:avLst/>
              <a:gdLst/>
              <a:ahLst/>
              <a:cxnLst/>
              <a:rect l="0" t="0" r="r" b="b"/>
              <a:pathLst>
                <a:path w="46" h="25">
                  <a:moveTo>
                    <a:pt x="23" y="0"/>
                  </a:moveTo>
                  <a:cubicBezTo>
                    <a:pt x="32" y="1"/>
                    <a:pt x="46" y="21"/>
                    <a:pt x="29" y="25"/>
                  </a:cubicBezTo>
                  <a:cubicBezTo>
                    <a:pt x="10" y="23"/>
                    <a:pt x="0" y="9"/>
                    <a:pt x="23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8" name="Freeform 34">
              <a:extLst>
                <a:ext uri="{FF2B5EF4-FFF2-40B4-BE49-F238E27FC236}">
                  <a16:creationId xmlns:a16="http://schemas.microsoft.com/office/drawing/2014/main" id="{0E001FD3-6EDD-47A3-9916-826E1595DAB3}"/>
                </a:ext>
              </a:extLst>
            </p:cNvPr>
            <p:cNvSpPr/>
            <p:nvPr/>
          </p:nvSpPr>
          <p:spPr bwMode="auto">
            <a:xfrm rot="5400000">
              <a:off x="11138041" y="5384813"/>
              <a:ext cx="134697" cy="84051"/>
            </a:xfrm>
            <a:custGeom>
              <a:avLst/>
              <a:gdLst/>
              <a:ahLst/>
              <a:cxnLst/>
              <a:rect l="0" t="0" r="r" b="b"/>
              <a:pathLst>
                <a:path w="41" h="28">
                  <a:moveTo>
                    <a:pt x="22" y="0"/>
                  </a:moveTo>
                  <a:cubicBezTo>
                    <a:pt x="41" y="13"/>
                    <a:pt x="24" y="28"/>
                    <a:pt x="8" y="21"/>
                  </a:cubicBezTo>
                  <a:cubicBezTo>
                    <a:pt x="0" y="8"/>
                    <a:pt x="8" y="0"/>
                    <a:pt x="22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9" name="Freeform 35">
              <a:extLst>
                <a:ext uri="{FF2B5EF4-FFF2-40B4-BE49-F238E27FC236}">
                  <a16:creationId xmlns:a16="http://schemas.microsoft.com/office/drawing/2014/main" id="{FE214D5B-D151-4E09-A01E-BEAAF9C679ED}"/>
                </a:ext>
              </a:extLst>
            </p:cNvPr>
            <p:cNvSpPr/>
            <p:nvPr/>
          </p:nvSpPr>
          <p:spPr bwMode="auto">
            <a:xfrm rot="5400000">
              <a:off x="11133693" y="4595717"/>
              <a:ext cx="131153" cy="84866"/>
            </a:xfrm>
            <a:custGeom>
              <a:avLst/>
              <a:gdLst/>
              <a:ahLst/>
              <a:cxnLst/>
              <a:rect l="0" t="0" r="r" b="b"/>
              <a:pathLst>
                <a:path w="40" h="28">
                  <a:moveTo>
                    <a:pt x="27" y="1"/>
                  </a:moveTo>
                  <a:cubicBezTo>
                    <a:pt x="35" y="0"/>
                    <a:pt x="40" y="10"/>
                    <a:pt x="38" y="17"/>
                  </a:cubicBezTo>
                  <a:cubicBezTo>
                    <a:pt x="17" y="28"/>
                    <a:pt x="0" y="7"/>
                    <a:pt x="27" y="1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50" name="Freeform 36">
              <a:extLst>
                <a:ext uri="{FF2B5EF4-FFF2-40B4-BE49-F238E27FC236}">
                  <a16:creationId xmlns:a16="http://schemas.microsoft.com/office/drawing/2014/main" id="{3024EF13-0A45-49DD-B0F4-FA3A5169EFFE}"/>
                </a:ext>
              </a:extLst>
            </p:cNvPr>
            <p:cNvSpPr/>
            <p:nvPr/>
          </p:nvSpPr>
          <p:spPr bwMode="auto">
            <a:xfrm rot="5400000">
              <a:off x="11105830" y="6046702"/>
              <a:ext cx="144445" cy="102819"/>
            </a:xfrm>
            <a:custGeom>
              <a:avLst/>
              <a:gdLst/>
              <a:ahLst/>
              <a:cxnLst/>
              <a:rect l="0" t="0" r="r" b="b"/>
              <a:pathLst>
                <a:path w="44" h="34">
                  <a:moveTo>
                    <a:pt x="31" y="1"/>
                  </a:moveTo>
                  <a:cubicBezTo>
                    <a:pt x="44" y="3"/>
                    <a:pt x="38" y="34"/>
                    <a:pt x="25" y="22"/>
                  </a:cubicBezTo>
                  <a:cubicBezTo>
                    <a:pt x="0" y="28"/>
                    <a:pt x="14" y="0"/>
                    <a:pt x="31" y="1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51" name="Freeform 37">
              <a:extLst>
                <a:ext uri="{FF2B5EF4-FFF2-40B4-BE49-F238E27FC236}">
                  <a16:creationId xmlns:a16="http://schemas.microsoft.com/office/drawing/2014/main" id="{95E0BDAE-48A7-4752-A150-74DA4BAE5E4B}"/>
                </a:ext>
              </a:extLst>
            </p:cNvPr>
            <p:cNvSpPr/>
            <p:nvPr/>
          </p:nvSpPr>
          <p:spPr bwMode="auto">
            <a:xfrm rot="5400000">
              <a:off x="11117596" y="3060239"/>
              <a:ext cx="115202" cy="121588"/>
            </a:xfrm>
            <a:custGeom>
              <a:avLst/>
              <a:gdLst/>
              <a:ahLst/>
              <a:cxnLst/>
              <a:rect l="0" t="0" r="r" b="b"/>
              <a:pathLst>
                <a:path w="35" h="40">
                  <a:moveTo>
                    <a:pt x="16" y="4"/>
                  </a:moveTo>
                  <a:cubicBezTo>
                    <a:pt x="35" y="4"/>
                    <a:pt x="32" y="0"/>
                    <a:pt x="33" y="15"/>
                  </a:cubicBezTo>
                  <a:cubicBezTo>
                    <a:pt x="34" y="40"/>
                    <a:pt x="0" y="22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52" name="Freeform 38">
              <a:extLst>
                <a:ext uri="{FF2B5EF4-FFF2-40B4-BE49-F238E27FC236}">
                  <a16:creationId xmlns:a16="http://schemas.microsoft.com/office/drawing/2014/main" id="{DE128EDB-3179-4F47-8B37-BEDE3B82FFC7}"/>
                </a:ext>
              </a:extLst>
            </p:cNvPr>
            <p:cNvSpPr/>
            <p:nvPr/>
          </p:nvSpPr>
          <p:spPr bwMode="auto">
            <a:xfrm rot="5400000">
              <a:off x="11125265" y="4900335"/>
              <a:ext cx="127608" cy="69362"/>
            </a:xfrm>
            <a:custGeom>
              <a:avLst/>
              <a:gdLst/>
              <a:ahLst/>
              <a:cxnLst/>
              <a:rect l="0" t="0" r="r" b="b"/>
              <a:pathLst>
                <a:path w="39" h="23">
                  <a:moveTo>
                    <a:pt x="26" y="0"/>
                  </a:moveTo>
                  <a:cubicBezTo>
                    <a:pt x="39" y="1"/>
                    <a:pt x="38" y="21"/>
                    <a:pt x="26" y="23"/>
                  </a:cubicBezTo>
                  <a:cubicBezTo>
                    <a:pt x="0" y="23"/>
                    <a:pt x="5" y="2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53" name="Freeform 39">
              <a:extLst>
                <a:ext uri="{FF2B5EF4-FFF2-40B4-BE49-F238E27FC236}">
                  <a16:creationId xmlns:a16="http://schemas.microsoft.com/office/drawing/2014/main" id="{E09CDD49-7B7B-42C0-A09E-6CFB3CDFF6A1}"/>
                </a:ext>
              </a:extLst>
            </p:cNvPr>
            <p:cNvSpPr/>
            <p:nvPr/>
          </p:nvSpPr>
          <p:spPr bwMode="auto">
            <a:xfrm rot="5400000">
              <a:off x="11117373" y="5141456"/>
              <a:ext cx="131153" cy="81603"/>
            </a:xfrm>
            <a:custGeom>
              <a:avLst/>
              <a:gdLst/>
              <a:ahLst/>
              <a:cxnLst/>
              <a:rect l="0" t="0" r="r" b="b"/>
              <a:pathLst>
                <a:path w="40" h="27">
                  <a:moveTo>
                    <a:pt x="25" y="0"/>
                  </a:moveTo>
                  <a:cubicBezTo>
                    <a:pt x="34" y="0"/>
                    <a:pt x="40" y="11"/>
                    <a:pt x="38" y="20"/>
                  </a:cubicBezTo>
                  <a:cubicBezTo>
                    <a:pt x="17" y="27"/>
                    <a:pt x="0" y="12"/>
                    <a:pt x="25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54" name="Freeform 40">
              <a:extLst>
                <a:ext uri="{FF2B5EF4-FFF2-40B4-BE49-F238E27FC236}">
                  <a16:creationId xmlns:a16="http://schemas.microsoft.com/office/drawing/2014/main" id="{93C5D839-4CD5-4165-9091-7D9B92CDC1D2}"/>
                </a:ext>
              </a:extLst>
            </p:cNvPr>
            <p:cNvSpPr/>
            <p:nvPr/>
          </p:nvSpPr>
          <p:spPr bwMode="auto">
            <a:xfrm rot="5400000">
              <a:off x="11112337" y="2598157"/>
              <a:ext cx="134697" cy="81603"/>
            </a:xfrm>
            <a:custGeom>
              <a:avLst/>
              <a:gdLst/>
              <a:ahLst/>
              <a:cxnLst/>
              <a:rect l="0" t="0" r="r" b="b"/>
              <a:pathLst>
                <a:path w="41" h="27">
                  <a:moveTo>
                    <a:pt x="19" y="0"/>
                  </a:moveTo>
                  <a:cubicBezTo>
                    <a:pt x="41" y="9"/>
                    <a:pt x="28" y="27"/>
                    <a:pt x="7" y="20"/>
                  </a:cubicBezTo>
                  <a:cubicBezTo>
                    <a:pt x="0" y="8"/>
                    <a:pt x="7" y="1"/>
                    <a:pt x="19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55" name="Freeform 41">
              <a:extLst>
                <a:ext uri="{FF2B5EF4-FFF2-40B4-BE49-F238E27FC236}">
                  <a16:creationId xmlns:a16="http://schemas.microsoft.com/office/drawing/2014/main" id="{3C7F638A-BB6D-4B24-A7F9-03BF8087459B}"/>
                </a:ext>
              </a:extLst>
            </p:cNvPr>
            <p:cNvSpPr/>
            <p:nvPr/>
          </p:nvSpPr>
          <p:spPr bwMode="auto">
            <a:xfrm rot="5400000">
              <a:off x="11105830" y="6278710"/>
              <a:ext cx="144445" cy="78339"/>
            </a:xfrm>
            <a:custGeom>
              <a:avLst/>
              <a:gdLst/>
              <a:ahLst/>
              <a:cxnLst/>
              <a:rect l="0" t="0" r="r" b="b"/>
              <a:pathLst>
                <a:path w="44" h="26">
                  <a:moveTo>
                    <a:pt x="29" y="0"/>
                  </a:moveTo>
                  <a:cubicBezTo>
                    <a:pt x="44" y="3"/>
                    <a:pt x="40" y="22"/>
                    <a:pt x="26" y="26"/>
                  </a:cubicBezTo>
                  <a:cubicBezTo>
                    <a:pt x="0" y="25"/>
                    <a:pt x="11" y="6"/>
                    <a:pt x="29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56" name="Freeform 42">
              <a:extLst>
                <a:ext uri="{FF2B5EF4-FFF2-40B4-BE49-F238E27FC236}">
                  <a16:creationId xmlns:a16="http://schemas.microsoft.com/office/drawing/2014/main" id="{5B59DB64-329B-45EA-8A67-4213A886B5B2}"/>
                </a:ext>
              </a:extLst>
            </p:cNvPr>
            <p:cNvSpPr/>
            <p:nvPr/>
          </p:nvSpPr>
          <p:spPr bwMode="auto">
            <a:xfrm rot="5400000">
              <a:off x="11093998" y="5596726"/>
              <a:ext cx="144445" cy="97107"/>
            </a:xfrm>
            <a:custGeom>
              <a:avLst/>
              <a:gdLst/>
              <a:ahLst/>
              <a:cxnLst/>
              <a:rect l="0" t="0" r="r" b="b"/>
              <a:pathLst>
                <a:path w="44" h="32">
                  <a:moveTo>
                    <a:pt x="31" y="1"/>
                  </a:moveTo>
                  <a:cubicBezTo>
                    <a:pt x="40" y="0"/>
                    <a:pt x="44" y="8"/>
                    <a:pt x="43" y="16"/>
                  </a:cubicBezTo>
                  <a:cubicBezTo>
                    <a:pt x="29" y="32"/>
                    <a:pt x="0" y="7"/>
                    <a:pt x="31" y="1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57" name="Freeform 44">
              <a:extLst>
                <a:ext uri="{FF2B5EF4-FFF2-40B4-BE49-F238E27FC236}">
                  <a16:creationId xmlns:a16="http://schemas.microsoft.com/office/drawing/2014/main" id="{D8DAB003-6484-4D1D-85AE-93FA09BC5EF5}"/>
                </a:ext>
              </a:extLst>
            </p:cNvPr>
            <p:cNvSpPr/>
            <p:nvPr/>
          </p:nvSpPr>
          <p:spPr bwMode="auto">
            <a:xfrm rot="5400000">
              <a:off x="11097788" y="4080854"/>
              <a:ext cx="131153" cy="84866"/>
            </a:xfrm>
            <a:custGeom>
              <a:avLst/>
              <a:gdLst/>
              <a:ahLst/>
              <a:cxnLst/>
              <a:rect l="0" t="0" r="r" b="b"/>
              <a:pathLst>
                <a:path w="40" h="28">
                  <a:moveTo>
                    <a:pt x="27" y="1"/>
                  </a:moveTo>
                  <a:cubicBezTo>
                    <a:pt x="35" y="0"/>
                    <a:pt x="40" y="10"/>
                    <a:pt x="38" y="17"/>
                  </a:cubicBezTo>
                  <a:cubicBezTo>
                    <a:pt x="17" y="28"/>
                    <a:pt x="0" y="7"/>
                    <a:pt x="27" y="1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58" name="Freeform 45">
              <a:extLst>
                <a:ext uri="{FF2B5EF4-FFF2-40B4-BE49-F238E27FC236}">
                  <a16:creationId xmlns:a16="http://schemas.microsoft.com/office/drawing/2014/main" id="{D49280A1-ACA8-4CD6-9012-AF12660F07E4}"/>
                </a:ext>
              </a:extLst>
            </p:cNvPr>
            <p:cNvSpPr/>
            <p:nvPr/>
          </p:nvSpPr>
          <p:spPr bwMode="auto">
            <a:xfrm rot="5400000">
              <a:off x="11075637" y="5836680"/>
              <a:ext cx="144445" cy="102819"/>
            </a:xfrm>
            <a:custGeom>
              <a:avLst/>
              <a:gdLst/>
              <a:ahLst/>
              <a:cxnLst/>
              <a:rect l="0" t="0" r="r" b="b"/>
              <a:pathLst>
                <a:path w="44" h="34">
                  <a:moveTo>
                    <a:pt x="31" y="0"/>
                  </a:moveTo>
                  <a:cubicBezTo>
                    <a:pt x="39" y="0"/>
                    <a:pt x="44" y="12"/>
                    <a:pt x="42" y="19"/>
                  </a:cubicBezTo>
                  <a:cubicBezTo>
                    <a:pt x="25" y="34"/>
                    <a:pt x="0" y="8"/>
                    <a:pt x="31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59" name="Freeform 46">
              <a:extLst>
                <a:ext uri="{FF2B5EF4-FFF2-40B4-BE49-F238E27FC236}">
                  <a16:creationId xmlns:a16="http://schemas.microsoft.com/office/drawing/2014/main" id="{C03EAE8C-6089-40E5-9361-2E266A1EEBA3}"/>
                </a:ext>
              </a:extLst>
            </p:cNvPr>
            <p:cNvSpPr/>
            <p:nvPr/>
          </p:nvSpPr>
          <p:spPr bwMode="auto">
            <a:xfrm rot="5400000">
              <a:off x="11124696" y="2830776"/>
              <a:ext cx="121406" cy="81603"/>
            </a:xfrm>
            <a:custGeom>
              <a:avLst/>
              <a:gdLst/>
              <a:ahLst/>
              <a:cxnLst/>
              <a:rect l="0" t="0" r="r" b="b"/>
              <a:pathLst>
                <a:path w="37" h="27">
                  <a:moveTo>
                    <a:pt x="19" y="1"/>
                  </a:moveTo>
                  <a:cubicBezTo>
                    <a:pt x="31" y="2"/>
                    <a:pt x="37" y="24"/>
                    <a:pt x="21" y="27"/>
                  </a:cubicBezTo>
                  <a:cubicBezTo>
                    <a:pt x="1" y="27"/>
                    <a:pt x="0" y="0"/>
                    <a:pt x="19" y="1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60" name="Freeform 47">
              <a:extLst>
                <a:ext uri="{FF2B5EF4-FFF2-40B4-BE49-F238E27FC236}">
                  <a16:creationId xmlns:a16="http://schemas.microsoft.com/office/drawing/2014/main" id="{02E3A077-F087-4E14-A13E-4E9D4369B1F6}"/>
                </a:ext>
              </a:extLst>
            </p:cNvPr>
            <p:cNvSpPr/>
            <p:nvPr/>
          </p:nvSpPr>
          <p:spPr bwMode="auto">
            <a:xfrm rot="5400000">
              <a:off x="11082841" y="3849727"/>
              <a:ext cx="147990" cy="78339"/>
            </a:xfrm>
            <a:custGeom>
              <a:avLst/>
              <a:gdLst/>
              <a:ahLst/>
              <a:cxnLst/>
              <a:rect l="0" t="0" r="r" b="b"/>
              <a:pathLst>
                <a:path w="45" h="26">
                  <a:moveTo>
                    <a:pt x="22" y="0"/>
                  </a:moveTo>
                  <a:cubicBezTo>
                    <a:pt x="32" y="2"/>
                    <a:pt x="45" y="22"/>
                    <a:pt x="28" y="26"/>
                  </a:cubicBezTo>
                  <a:cubicBezTo>
                    <a:pt x="10" y="24"/>
                    <a:pt x="0" y="9"/>
                    <a:pt x="22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61" name="Freeform 48">
              <a:extLst>
                <a:ext uri="{FF2B5EF4-FFF2-40B4-BE49-F238E27FC236}">
                  <a16:creationId xmlns:a16="http://schemas.microsoft.com/office/drawing/2014/main" id="{7CE4FAAA-45E7-4C86-B59A-F284B79EFD23}"/>
                </a:ext>
              </a:extLst>
            </p:cNvPr>
            <p:cNvSpPr/>
            <p:nvPr/>
          </p:nvSpPr>
          <p:spPr bwMode="auto">
            <a:xfrm rot="5400000">
              <a:off x="11078098" y="3616257"/>
              <a:ext cx="133812" cy="79154"/>
            </a:xfrm>
            <a:custGeom>
              <a:avLst/>
              <a:gdLst/>
              <a:ahLst/>
              <a:cxnLst/>
              <a:rect l="0" t="0" r="r" b="b"/>
              <a:pathLst>
                <a:path w="41" h="26">
                  <a:moveTo>
                    <a:pt x="19" y="0"/>
                  </a:moveTo>
                  <a:cubicBezTo>
                    <a:pt x="41" y="9"/>
                    <a:pt x="28" y="26"/>
                    <a:pt x="7" y="19"/>
                  </a:cubicBezTo>
                  <a:cubicBezTo>
                    <a:pt x="0" y="8"/>
                    <a:pt x="7" y="1"/>
                    <a:pt x="19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62" name="Freeform 49">
              <a:extLst>
                <a:ext uri="{FF2B5EF4-FFF2-40B4-BE49-F238E27FC236}">
                  <a16:creationId xmlns:a16="http://schemas.microsoft.com/office/drawing/2014/main" id="{E2689B62-CCA1-4EE5-B622-FBA516868916}"/>
                </a:ext>
              </a:extLst>
            </p:cNvPr>
            <p:cNvSpPr/>
            <p:nvPr/>
          </p:nvSpPr>
          <p:spPr bwMode="auto">
            <a:xfrm rot="5400000">
              <a:off x="11076712" y="6507925"/>
              <a:ext cx="127608" cy="81603"/>
            </a:xfrm>
            <a:custGeom>
              <a:avLst/>
              <a:gdLst/>
              <a:ahLst/>
              <a:cxnLst/>
              <a:rect l="0" t="0" r="r" b="b"/>
              <a:pathLst>
                <a:path w="39" h="27">
                  <a:moveTo>
                    <a:pt x="21" y="2"/>
                  </a:moveTo>
                  <a:cubicBezTo>
                    <a:pt x="36" y="0"/>
                    <a:pt x="39" y="17"/>
                    <a:pt x="26" y="24"/>
                  </a:cubicBezTo>
                  <a:cubicBezTo>
                    <a:pt x="8" y="27"/>
                    <a:pt x="0" y="9"/>
                    <a:pt x="21" y="2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63" name="Freeform 8">
              <a:extLst>
                <a:ext uri="{FF2B5EF4-FFF2-40B4-BE49-F238E27FC236}">
                  <a16:creationId xmlns:a16="http://schemas.microsoft.com/office/drawing/2014/main" id="{113638EE-3BCF-4315-A329-3C6766A3890B}"/>
                </a:ext>
              </a:extLst>
            </p:cNvPr>
            <p:cNvSpPr/>
            <p:nvPr/>
          </p:nvSpPr>
          <p:spPr bwMode="auto">
            <a:xfrm rot="5400000">
              <a:off x="11141853" y="34906"/>
              <a:ext cx="131153" cy="88130"/>
            </a:xfrm>
            <a:custGeom>
              <a:avLst/>
              <a:gdLst/>
              <a:ahLst/>
              <a:cxnLst/>
              <a:rect l="0" t="0" r="r" b="b"/>
              <a:pathLst>
                <a:path w="40" h="29">
                  <a:moveTo>
                    <a:pt x="26" y="0"/>
                  </a:moveTo>
                  <a:cubicBezTo>
                    <a:pt x="34" y="0"/>
                    <a:pt x="40" y="10"/>
                    <a:pt x="39" y="20"/>
                  </a:cubicBezTo>
                  <a:cubicBezTo>
                    <a:pt x="17" y="29"/>
                    <a:pt x="0" y="10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64" name="Freeform 106">
              <a:extLst>
                <a:ext uri="{FF2B5EF4-FFF2-40B4-BE49-F238E27FC236}">
                  <a16:creationId xmlns:a16="http://schemas.microsoft.com/office/drawing/2014/main" id="{4FB36B8F-335B-40F2-83BB-C2B2689DC2E9}"/>
                </a:ext>
              </a:extLst>
            </p:cNvPr>
            <p:cNvSpPr/>
            <p:nvPr/>
          </p:nvSpPr>
          <p:spPr bwMode="auto">
            <a:xfrm rot="5400000">
              <a:off x="11301184" y="6639670"/>
              <a:ext cx="134697" cy="97107"/>
            </a:xfrm>
            <a:custGeom>
              <a:avLst/>
              <a:gdLst/>
              <a:ahLst/>
              <a:cxnLst/>
              <a:rect l="0" t="0" r="r" b="b"/>
              <a:pathLst>
                <a:path w="41" h="32">
                  <a:moveTo>
                    <a:pt x="25" y="0"/>
                  </a:moveTo>
                  <a:cubicBezTo>
                    <a:pt x="41" y="13"/>
                    <a:pt x="15" y="32"/>
                    <a:pt x="4" y="18"/>
                  </a:cubicBezTo>
                  <a:cubicBezTo>
                    <a:pt x="0" y="5"/>
                    <a:pt x="15" y="0"/>
                    <a:pt x="25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</p:grp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A05E913-A9D9-4639-B104-1F07A4AF6A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502920"/>
            <a:ext cx="9634011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940CEB-B6D7-46E6-9843-5153421401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69848" y="1874520"/>
            <a:ext cx="9634011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BAC8B5-8DFB-4920-8580-54824C831A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73736" y="6382512"/>
            <a:ext cx="284590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/>
                </a:solidFill>
              </a:defRPr>
            </a:lvl1pPr>
          </a:lstStyle>
          <a:p>
            <a:fld id="{0F082710-245A-48CB-A5F6-8BB1DF6AB298}" type="datetimeFigureOut">
              <a:rPr lang="en-US" dirty="0"/>
              <a:pPr/>
              <a:t>9/8/2026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9E2D5D-B616-4048-9CB8-4D316BBDB1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-1754871" y="2093199"/>
            <a:ext cx="4157472" cy="41608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/>
                </a:solidFill>
              </a:defRPr>
            </a:lvl1pPr>
          </a:lstStyle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F322F0-8F3D-4AC5-9873-24666D0E0D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919" y="6382512"/>
            <a:ext cx="50099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2"/>
                </a:solidFill>
              </a:defRPr>
            </a:lvl1pPr>
          </a:lstStyle>
          <a:p>
            <a:fld id="{24578CCF-2EC4-44CB-A694-F6F6E59A398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33432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7" r:id="rId1"/>
    <p:sldLayoutId id="2147483828" r:id="rId2"/>
    <p:sldLayoutId id="2147483829" r:id="rId3"/>
    <p:sldLayoutId id="2147483830" r:id="rId4"/>
    <p:sldLayoutId id="2147483831" r:id="rId5"/>
    <p:sldLayoutId id="2147483832" r:id="rId6"/>
    <p:sldLayoutId id="2147483833" r:id="rId7"/>
    <p:sldLayoutId id="2147483834" r:id="rId8"/>
    <p:sldLayoutId id="2147483835" r:id="rId9"/>
    <p:sldLayoutId id="2147483836" r:id="rId10"/>
    <p:sldLayoutId id="2147483837" r:id="rId11"/>
  </p:sldLayoutIdLst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50000"/>
        </a:lnSpc>
        <a:spcBef>
          <a:spcPts val="1000"/>
        </a:spcBef>
        <a:buClr>
          <a:schemeClr val="bg2">
            <a:lumMod val="75000"/>
          </a:schemeClr>
        </a:buClr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50000"/>
        </a:lnSpc>
        <a:spcBef>
          <a:spcPts val="500"/>
        </a:spcBef>
        <a:buClr>
          <a:schemeClr val="bg2">
            <a:lumMod val="75000"/>
          </a:schemeClr>
        </a:buClr>
        <a:buFontTx/>
        <a:buNone/>
        <a:defRPr sz="1800" kern="1200">
          <a:solidFill>
            <a:schemeClr val="tx2"/>
          </a:solidFill>
          <a:latin typeface="+mn-lt"/>
          <a:ea typeface="+mn-ea"/>
          <a:cs typeface="+mn-cs"/>
        </a:defRPr>
      </a:lvl2pPr>
      <a:lvl3pPr marL="548640" indent="-285750" algn="l" defTabSz="914400" rtl="0" eaLnBrk="1" latinLnBrk="0" hangingPunct="1">
        <a:lnSpc>
          <a:spcPct val="150000"/>
        </a:lnSpc>
        <a:spcBef>
          <a:spcPts val="500"/>
        </a:spcBef>
        <a:buClr>
          <a:schemeClr val="bg2">
            <a:lumMod val="75000"/>
          </a:schemeClr>
        </a:buClr>
        <a:buFont typeface="Arial" panose="020B0604020202020204" pitchFamily="34" charset="0"/>
        <a:buChar char="•"/>
        <a:defRPr sz="1600" b="1" kern="1200">
          <a:solidFill>
            <a:schemeClr val="tx2"/>
          </a:solidFill>
          <a:latin typeface="+mn-lt"/>
          <a:ea typeface="+mn-ea"/>
          <a:cs typeface="+mn-cs"/>
        </a:defRPr>
      </a:lvl3pPr>
      <a:lvl4pPr marL="548640" indent="0" algn="l" defTabSz="914400" rtl="0" eaLnBrk="1" latinLnBrk="0" hangingPunct="1">
        <a:lnSpc>
          <a:spcPct val="150000"/>
        </a:lnSpc>
        <a:spcBef>
          <a:spcPts val="500"/>
        </a:spcBef>
        <a:buClr>
          <a:schemeClr val="bg2">
            <a:lumMod val="75000"/>
          </a:schemeClr>
        </a:buClr>
        <a:buFontTx/>
        <a:buNone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834390" indent="-285750" algn="l" defTabSz="914400" rtl="0" eaLnBrk="1" latinLnBrk="0" hangingPunct="1">
        <a:lnSpc>
          <a:spcPct val="150000"/>
        </a:lnSpc>
        <a:spcBef>
          <a:spcPts val="500"/>
        </a:spcBef>
        <a:buClr>
          <a:schemeClr val="bg2">
            <a:lumMod val="75000"/>
          </a:schemeClr>
        </a:buClr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176">
          <p15:clr>
            <a:srgbClr val="F26B43"/>
          </p15:clr>
        </p15:guide>
        <p15:guide id="2" pos="6792">
          <p15:clr>
            <a:srgbClr val="F26B43"/>
          </p15:clr>
        </p15:guide>
        <p15:guide id="3" pos="3720">
          <p15:clr>
            <a:srgbClr val="F26B43"/>
          </p15:clr>
        </p15:guide>
        <p15:guide id="4" orient="horz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oracle.com/en/java/javase/25/docs/api/java.base/java/lang/RuntimeException.html" TargetMode="External"/><Relationship Id="rId2" Type="http://schemas.openxmlformats.org/officeDocument/2006/relationships/hyperlink" Target="https://docs.oracle.com/en/java/javase/25/docs/api/java.base/java/lang/Exception.html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docs.oracle.com/javase/tutorial/essential/exceptions/index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CSC 220 </a:t>
            </a:r>
            <a:br>
              <a:rPr lang="en-US"/>
            </a:br>
            <a:r>
              <a:rPr lang="en-US"/>
              <a:t>Advanced Programming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Fahmida </a:t>
            </a:r>
            <a:r>
              <a:rPr lang="en-US" err="1"/>
              <a:t>hamid</a:t>
            </a:r>
          </a:p>
          <a:p>
            <a:r>
              <a:rPr lang="en-US"/>
              <a:t>Week 03, </a:t>
            </a:r>
            <a:r>
              <a:rPr lang="en-US" err="1"/>
              <a:t>sep</a:t>
            </a:r>
            <a:r>
              <a:rPr lang="en-US"/>
              <a:t> 08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C4D48-B539-B826-EF65-DF4EC88213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502920"/>
            <a:ext cx="9634011" cy="787083"/>
          </a:xfrm>
        </p:spPr>
        <p:txBody>
          <a:bodyPr anchor="b">
            <a:normAutofit/>
          </a:bodyPr>
          <a:lstStyle/>
          <a:p>
            <a:r>
              <a:rPr lang="en-US"/>
              <a:t>Will the code compile? Will it run?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B089EE92-C51C-6048-ACE9-0C2B702F991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65263" y="1387158"/>
            <a:ext cx="9643962" cy="4828857"/>
          </a:xfrm>
          <a:prstGeom prst="rect">
            <a:avLst/>
          </a:prstGeom>
          <a:noFill/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EFE7D0-4267-48BF-A9D2-148F96E5DA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8FD5DD9A-D761-48D8-A7A1-34E173D35714}" type="datetime1">
              <a:pPr>
                <a:spcAft>
                  <a:spcPts val="600"/>
                </a:spcAft>
              </a:pPr>
              <a:t>9/8/2026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0CB72F-7CF5-3DF3-8EBF-027A16CAD3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5DD531-808F-6B6E-7964-DC7DED9574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5E4DE196-8A13-4FF7-A07E-102851959EAB}" type="slidenum">
              <a:rPr lang="en-US" dirty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60078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E633351B-A3A2-A515-70CD-37ED1F3F330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75375" y="68263"/>
            <a:ext cx="7345874" cy="6721475"/>
          </a:xfrm>
          <a:prstGeom prst="rect">
            <a:avLst/>
          </a:prstGeom>
          <a:noFill/>
        </p:spPr>
      </p:pic>
      <p:sp>
        <p:nvSpPr>
          <p:cNvPr id="4" name="Date Placeholder 3" hidden="1">
            <a:extLst>
              <a:ext uri="{FF2B5EF4-FFF2-40B4-BE49-F238E27FC236}">
                <a16:creationId xmlns:a16="http://schemas.microsoft.com/office/drawing/2014/main" id="{2EDE7B5B-3D04-2850-D983-542760E85C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fld id="{573C4ACC-BB84-4B0D-98B8-EAD27DABD693}" type="datetime1">
              <a:rPr lang="en-US"/>
              <a:pPr>
                <a:spcAft>
                  <a:spcPts val="600"/>
                </a:spcAft>
              </a:pPr>
              <a:t>9/8/2026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6C68C9-D90A-398A-1CAE-4A440755B7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/>
              <a:t>
              </a:t>
            </a:r>
          </a:p>
        </p:txBody>
      </p:sp>
      <p:sp>
        <p:nvSpPr>
          <p:cNvPr id="6" name="Slide Number Placeholder 5" hidden="1">
            <a:extLst>
              <a:ext uri="{FF2B5EF4-FFF2-40B4-BE49-F238E27FC236}">
                <a16:creationId xmlns:a16="http://schemas.microsoft.com/office/drawing/2014/main" id="{153547F9-77D8-F262-C53C-B01C8B7A71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fld id="{5E4DE196-8A13-4FF7-A07E-102851959EAB}" type="slidenum">
              <a:rPr lang="en-US" dirty="0"/>
              <a:pPr>
                <a:spcAft>
                  <a:spcPts val="600"/>
                </a:spcAft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73338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1B02EC7A-35BD-2B40-5B70-2381F34EA97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50933" y="68263"/>
            <a:ext cx="9994758" cy="6721475"/>
          </a:xfrm>
          <a:prstGeom prst="rect">
            <a:avLst/>
          </a:prstGeom>
          <a:noFill/>
        </p:spPr>
      </p:pic>
      <p:sp>
        <p:nvSpPr>
          <p:cNvPr id="4" name="Date Placeholder 3" hidden="1">
            <a:extLst>
              <a:ext uri="{FF2B5EF4-FFF2-40B4-BE49-F238E27FC236}">
                <a16:creationId xmlns:a16="http://schemas.microsoft.com/office/drawing/2014/main" id="{47561153-D756-0F8B-5EA9-5B518E689A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fld id="{BE50EBD3-E58B-4F63-A46E-7C7183BF1E6B}" type="datetime1">
              <a:pPr>
                <a:spcAft>
                  <a:spcPts val="600"/>
                </a:spcAft>
              </a:pPr>
              <a:t>9/8/2026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199097-5B30-4A63-88C0-9B3811831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/>
              <a:t>
              </a:t>
            </a:r>
          </a:p>
        </p:txBody>
      </p:sp>
      <p:sp>
        <p:nvSpPr>
          <p:cNvPr id="6" name="Slide Number Placeholder 5" hidden="1">
            <a:extLst>
              <a:ext uri="{FF2B5EF4-FFF2-40B4-BE49-F238E27FC236}">
                <a16:creationId xmlns:a16="http://schemas.microsoft.com/office/drawing/2014/main" id="{F7FB663A-C957-8492-F5AB-F92B5FFD8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fld id="{5E4DE196-8A13-4FF7-A07E-102851959EAB}" type="slidenum">
              <a:rPr lang="en-US" dirty="0"/>
              <a:pPr>
                <a:spcAft>
                  <a:spcPts val="600"/>
                </a:spcAft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0537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250948-CFDC-4DA6-4FD7-114DB46F12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Does the error still exist?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8AD4B2-2F2A-D9A3-CE99-3E694ED584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endParaRPr lang="en-US"/>
          </a:p>
          <a:p>
            <a:pPr>
              <a:buClr>
                <a:srgbClr val="C3B2A7"/>
              </a:buClr>
            </a:pPr>
            <a:r>
              <a:rPr lang="en-US">
                <a:ea typeface="+mn-lt"/>
                <a:cs typeface="+mn-lt"/>
              </a:rPr>
              <a:t>Exception handling does not mean “prevent all errors”; </a:t>
            </a:r>
          </a:p>
          <a:p>
            <a:pPr>
              <a:buClr>
                <a:srgbClr val="C3B2A7"/>
              </a:buClr>
            </a:pPr>
            <a:endParaRPr lang="en-US">
              <a:ea typeface="+mn-lt"/>
              <a:cs typeface="+mn-lt"/>
            </a:endParaRPr>
          </a:p>
          <a:p>
            <a:pPr>
              <a:buClr>
                <a:srgbClr val="C3B2A7"/>
              </a:buClr>
            </a:pPr>
            <a:r>
              <a:rPr lang="en-US">
                <a:ea typeface="+mn-lt"/>
                <a:cs typeface="+mn-lt"/>
              </a:rPr>
              <a:t>It means </a:t>
            </a:r>
            <a:r>
              <a:rPr lang="en-US" b="1">
                <a:ea typeface="+mn-lt"/>
                <a:cs typeface="+mn-lt"/>
              </a:rPr>
              <a:t>respond appropriately when exceptional situations occur</a:t>
            </a:r>
            <a:r>
              <a:rPr lang="en-US">
                <a:ea typeface="+mn-lt"/>
                <a:cs typeface="+mn-lt"/>
              </a:rPr>
              <a:t>.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FD9FFA-AECD-A5D9-284F-0384D20D2E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58019-CBBF-4906-83FD-A1302F6B7851}" type="datetime1">
              <a:t>9/8/2026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E23D2F-49E4-FE25-4BE9-0603D6D128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A7A682-D6B2-B5AF-93B4-5F99B35F95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78CCF-2EC4-44CB-A694-F6F6E59A3985}" type="slidenum">
              <a:rPr lang="en-US" dirty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3084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549CAB-3F09-0CDD-0103-05B46F996A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638F3-485C-4873-8AEF-7165C0F8954B}" type="datetime1">
              <a:t>9/8/2026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960768-3DCC-9E5B-B72B-E6D89B1788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C59ADC-0821-CBAF-5BBC-F6771F7908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78CCF-2EC4-44CB-A694-F6F6E59A3985}" type="slidenum">
              <a:rPr lang="en-US" dirty="0"/>
              <a:t>6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FEBFB15-1274-AB5A-E1F5-994061D49F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096" y="0"/>
            <a:ext cx="1113980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16029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396E600-C2F4-86D3-D990-EEB322D95E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>
                <a:solidFill>
                  <a:srgbClr val="00B050"/>
                </a:solidFill>
                <a:latin typeface="Consolas"/>
              </a:rPr>
              <a:t>catch</a:t>
            </a:r>
            <a:r>
              <a:rPr lang="en-US" sz="2800">
                <a:latin typeface="Consolas"/>
              </a:rPr>
              <a:t> (</a:t>
            </a:r>
            <a:r>
              <a:rPr lang="en-US" sz="2800">
                <a:solidFill>
                  <a:srgbClr val="0070C0"/>
                </a:solidFill>
                <a:latin typeface="Consolas"/>
              </a:rPr>
              <a:t>Exception</a:t>
            </a:r>
            <a:r>
              <a:rPr lang="en-US" sz="2800">
                <a:latin typeface="Consolas"/>
              </a:rPr>
              <a:t> </a:t>
            </a:r>
            <a:r>
              <a:rPr lang="en-US" sz="2800">
                <a:solidFill>
                  <a:srgbClr val="FF0000"/>
                </a:solidFill>
                <a:latin typeface="Consolas"/>
              </a:rPr>
              <a:t>e</a:t>
            </a:r>
            <a:r>
              <a:rPr lang="en-US" sz="2800">
                <a:latin typeface="Consolas"/>
              </a:rPr>
              <a:t>)</a:t>
            </a:r>
            <a:endParaRPr lang="en-US" sz="280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E955B71-88C8-667B-6FBB-21FBF2A1A9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endParaRPr lang="en-US">
              <a:ea typeface="+mn-lt"/>
              <a:cs typeface="+mn-lt"/>
            </a:endParaRPr>
          </a:p>
          <a:p>
            <a:pPr>
              <a:buClr>
                <a:srgbClr val="C3B2A7"/>
              </a:buClr>
            </a:pPr>
            <a:endParaRPr lang="en-US">
              <a:ea typeface="+mn-lt"/>
              <a:cs typeface="+mn-lt"/>
            </a:endParaRPr>
          </a:p>
          <a:p>
            <a:pPr>
              <a:buClr>
                <a:srgbClr val="C3B2A7"/>
              </a:buClr>
            </a:pPr>
            <a:endParaRPr lang="en-US">
              <a:ea typeface="+mn-lt"/>
              <a:cs typeface="+mn-lt"/>
            </a:endParaRPr>
          </a:p>
          <a:p>
            <a:pPr>
              <a:buClr>
                <a:srgbClr val="C3B2A7"/>
              </a:buClr>
            </a:pPr>
            <a:r>
              <a:rPr lang="en-US">
                <a:ea typeface="+mn-lt"/>
                <a:cs typeface="+mn-lt"/>
              </a:rPr>
              <a:t>Why shouldn't we simply write </a:t>
            </a:r>
            <a:r>
              <a:rPr lang="en-US">
                <a:latin typeface="Consolas"/>
              </a:rPr>
              <a:t>catch (Exception e)</a:t>
            </a:r>
            <a:r>
              <a:rPr lang="en-US">
                <a:ea typeface="+mn-lt"/>
                <a:cs typeface="+mn-lt"/>
              </a:rPr>
              <a:t> for everything?</a:t>
            </a:r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66A844D-2B02-AB5B-F1CA-817B07C7E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049788-3808-4538-AF2C-D5DE5BDA012A}" type="datetime1">
              <a:t>9/8/2026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177D2CD-EDA8-5ACE-2469-AD24FAC2F3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34E85E-1777-6FFD-FBCA-CA49440EDD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78CCF-2EC4-44CB-A694-F6F6E59A3985}" type="slidenum">
              <a:rPr lang="en-US" dirty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43484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AFE70-BA1D-41B1-0212-E030103E70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BD83E-5995-431A-940E-FF5297F594AA}" type="datetime1">
              <a:t>9/8/2026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A1F47B-9AA9-FAD7-591F-576ED38E6F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2FAA51-9FA5-128C-39F1-6B70F2CA54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78CCF-2EC4-44CB-A694-F6F6E59A3985}" type="slidenum">
              <a:rPr lang="en-US" dirty="0"/>
              <a:t>8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0921E54-AEBF-50E0-CDDC-556B1F809F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0421" y="140089"/>
            <a:ext cx="6126045" cy="6421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26690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7D08F5A-59E0-6B54-F622-F6743A779F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>
                <a:solidFill>
                  <a:srgbClr val="00B050"/>
                </a:solidFill>
                <a:latin typeface="Consolas"/>
              </a:rPr>
              <a:t>catch</a:t>
            </a:r>
            <a:r>
              <a:rPr lang="en-US" sz="2800">
                <a:latin typeface="Consolas"/>
              </a:rPr>
              <a:t> (</a:t>
            </a:r>
            <a:r>
              <a:rPr lang="en-US" sz="2800">
                <a:solidFill>
                  <a:srgbClr val="0070C0"/>
                </a:solidFill>
                <a:latin typeface="Consolas"/>
              </a:rPr>
              <a:t>Exception</a:t>
            </a:r>
            <a:r>
              <a:rPr lang="en-US" sz="2800">
                <a:latin typeface="Consolas"/>
              </a:rPr>
              <a:t> </a:t>
            </a:r>
            <a:r>
              <a:rPr lang="en-US" sz="2800">
                <a:solidFill>
                  <a:srgbClr val="FF0000"/>
                </a:solidFill>
                <a:latin typeface="Consolas"/>
              </a:rPr>
              <a:t>e</a:t>
            </a:r>
            <a:r>
              <a:rPr lang="en-US" sz="2800">
                <a:latin typeface="Consolas"/>
              </a:rPr>
              <a:t>)</a:t>
            </a:r>
            <a:endParaRPr lang="en-US" sz="2800">
              <a:solidFill>
                <a:srgbClr val="000000"/>
              </a:solidFill>
              <a:latin typeface="Consolas"/>
            </a:endParaRPr>
          </a:p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662BC83-093F-EFF3-1C5D-175A675256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76989-0D73-49C7-A842-49726B7CAE50}" type="datetime1">
              <a:t>9/8/2026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C412EC5-D3AE-6FB1-14C4-F1B32B6EA0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86FCA9-AA40-C5DD-A3CA-6F56826F21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78CCF-2EC4-44CB-A694-F6F6E59A3985}" type="slidenum">
              <a:rPr lang="en-US" dirty="0"/>
              <a:t>9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3119A3E-F10D-99D4-8780-4A2E998BB2AD}"/>
              </a:ext>
            </a:extLst>
          </p:cNvPr>
          <p:cNvSpPr txBox="1"/>
          <p:nvPr/>
        </p:nvSpPr>
        <p:spPr>
          <a:xfrm>
            <a:off x="1198880" y="1711960"/>
            <a:ext cx="9926320" cy="258532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/>
          </a:p>
          <a:p>
            <a:r>
              <a:rPr lang="en-US"/>
              <a:t>Because different exceptions indicate different problems. </a:t>
            </a:r>
          </a:p>
          <a:p>
            <a:endParaRPr lang="en-US"/>
          </a:p>
          <a:p>
            <a:r>
              <a:rPr lang="en-US"/>
              <a:t>Catching the </a:t>
            </a:r>
            <a:r>
              <a:rPr lang="en-US" b="1"/>
              <a:t>most appropriate/specific exception</a:t>
            </a:r>
            <a:r>
              <a:rPr lang="en-US"/>
              <a:t> allows our program to </a:t>
            </a:r>
          </a:p>
          <a:p>
            <a:endParaRPr lang="en-US"/>
          </a:p>
          <a:p>
            <a:pPr marL="285750" indent="-285750">
              <a:buFont typeface="Arial"/>
              <a:buChar char="•"/>
            </a:pPr>
            <a:r>
              <a:rPr lang="en-US"/>
              <a:t>identify what went wrong, </a:t>
            </a:r>
          </a:p>
          <a:p>
            <a:pPr marL="285750" indent="-285750">
              <a:buFont typeface="Arial"/>
              <a:buChar char="•"/>
            </a:pPr>
            <a:r>
              <a:rPr lang="en-US"/>
              <a:t>provide a meaningful message, and </a:t>
            </a:r>
          </a:p>
          <a:p>
            <a:pPr marL="285750" indent="-285750">
              <a:buFont typeface="Arial"/>
              <a:buChar char="•"/>
            </a:pPr>
            <a:r>
              <a:rPr lang="en-US"/>
              <a:t>take the appropriate recovery action.</a:t>
            </a: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40883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B5F07-0A06-468A-52B4-127C6833E1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2809240"/>
            <a:ext cx="3873291" cy="1488123"/>
          </a:xfrm>
        </p:spPr>
        <p:txBody>
          <a:bodyPr anchor="ctr">
            <a:normAutofit/>
          </a:bodyPr>
          <a:lstStyle/>
          <a:p>
            <a:r>
              <a:rPr lang="en-US"/>
              <a:t>Ways to handle ...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9BAC73F2-8FA2-4C2E-D26E-8B44B9D39DB8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5192226" y="149225"/>
            <a:ext cx="6268089" cy="6566218"/>
          </a:xfrm>
          <a:prstGeom prst="rect">
            <a:avLst/>
          </a:prstGeom>
          <a:noFill/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0004D6-5F2B-1517-427C-A224EDB07F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8170ABFD-570F-403D-8277-59CAE568DABF}" type="datetime1">
              <a:pPr>
                <a:spcAft>
                  <a:spcPts val="600"/>
                </a:spcAft>
              </a:pPr>
              <a:t>9/8/2026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C8579E-4A86-2860-2A53-947012A739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90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4143A6-3B47-206F-0F93-A3B23E6BB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24578CCF-2EC4-44CB-A694-F6F6E59A3985}" type="slidenum">
              <a:rPr lang="en-US" dirty="0"/>
              <a:pPr>
                <a:spcAft>
                  <a:spcPts val="600"/>
                </a:spcAft>
              </a:pPr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8757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04B7BD-37E9-5936-A71E-0B00AA7829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Checked Exceptions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4811D5-F585-7E30-9650-4F9E65884E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342900" indent="-342900">
              <a:buClr>
                <a:srgbClr val="F4F1EF">
                  <a:lumMod val="75000"/>
                </a:srgbClr>
              </a:buClr>
            </a:pPr>
            <a:r>
              <a:rPr lang="en-US"/>
              <a:t>Checked exception = compiler checks</a:t>
            </a:r>
          </a:p>
          <a:p>
            <a:pPr>
              <a:buClr>
                <a:srgbClr val="C3B2A7"/>
              </a:buClr>
            </a:pPr>
            <a:endParaRPr lang="en-US">
              <a:ea typeface="+mn-lt"/>
              <a:cs typeface="+mn-lt"/>
            </a:endParaRPr>
          </a:p>
          <a:p>
            <a:pPr>
              <a:buClr>
                <a:srgbClr val="C3B2A7"/>
              </a:buClr>
            </a:pPr>
            <a:r>
              <a:rPr lang="en-US">
                <a:ea typeface="+mn-lt"/>
                <a:cs typeface="+mn-lt"/>
              </a:rPr>
              <a:t>A </a:t>
            </a:r>
            <a:r>
              <a:rPr lang="en-US" b="1">
                <a:ea typeface="+mn-lt"/>
                <a:cs typeface="+mn-lt"/>
              </a:rPr>
              <a:t>checked exception</a:t>
            </a:r>
            <a:r>
              <a:rPr lang="en-US">
                <a:ea typeface="+mn-lt"/>
                <a:cs typeface="+mn-lt"/>
              </a:rPr>
              <a:t> is one that Java requires you to either: </a:t>
            </a:r>
            <a:endParaRPr lang="en-US"/>
          </a:p>
          <a:p>
            <a:pPr marL="514350" lvl="1" indent="-285750">
              <a:buClr>
                <a:srgbClr val="C3B2A7"/>
              </a:buClr>
              <a:buFont typeface="Wingdings"/>
              <a:buChar char="§"/>
            </a:pPr>
            <a:r>
              <a:rPr lang="en-US" b="1">
                <a:ea typeface="+mn-lt"/>
                <a:cs typeface="+mn-lt"/>
              </a:rPr>
              <a:t>catch it</a:t>
            </a:r>
            <a:endParaRPr lang="en-US"/>
          </a:p>
          <a:p>
            <a:pPr marL="514350" lvl="1" indent="-285750">
              <a:buFont typeface="Wingdings"/>
              <a:buChar char="§"/>
            </a:pPr>
            <a:r>
              <a:rPr lang="en-US">
                <a:ea typeface="+mn-lt"/>
                <a:cs typeface="+mn-lt"/>
              </a:rPr>
              <a:t>declare it with </a:t>
            </a:r>
            <a:r>
              <a:rPr lang="en-US" b="1">
                <a:latin typeface="Avenir Next LT Pro"/>
                <a:ea typeface="+mj-lt"/>
                <a:cs typeface="+mj-lt"/>
              </a:rPr>
              <a:t>throws</a:t>
            </a:r>
          </a:p>
          <a:p>
            <a:pPr marL="514350" lvl="1" indent="-285750">
              <a:buClr>
                <a:srgbClr val="C3B2A7"/>
              </a:buClr>
              <a:buFont typeface="Wingdings"/>
              <a:buChar char="§"/>
            </a:pPr>
            <a:endParaRPr lang="en-US" b="1"/>
          </a:p>
          <a:p>
            <a:pPr marL="514350" indent="-285750">
              <a:buClr>
                <a:srgbClr val="C3B2A7"/>
              </a:buClr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If you do neither, the program </a:t>
            </a:r>
            <a:r>
              <a:rPr lang="en-US" b="1">
                <a:ea typeface="+mn-lt"/>
                <a:cs typeface="+mn-lt"/>
              </a:rPr>
              <a:t>will not compile</a:t>
            </a:r>
            <a:r>
              <a:rPr lang="en-US">
                <a:ea typeface="+mn-lt"/>
                <a:cs typeface="+mn-lt"/>
              </a:rPr>
              <a:t>. </a:t>
            </a:r>
            <a:endParaRPr lang="en-US" b="1"/>
          </a:p>
          <a:p>
            <a:pPr marL="514350" indent="-285750">
              <a:buClr>
                <a:srgbClr val="C3B2A7"/>
              </a:buClr>
              <a:buFont typeface="Arial"/>
            </a:pPr>
            <a:r>
              <a:rPr lang="en-US"/>
              <a:t>Example: IO Exceptions</a:t>
            </a:r>
          </a:p>
          <a:p>
            <a:pPr>
              <a:buClr>
                <a:srgbClr val="C3B2A7"/>
              </a:buClr>
            </a:pP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72D90-822D-DB80-E555-9512A5FFC3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BA9F0-6C34-4FA5-A450-D0FAD605286A}" type="datetime1">
              <a:t>9/8/2026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D9B836-F7F7-4156-7854-2194D3CF2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83C6EF-4B5C-E6E0-C61D-79303DB1CD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78CCF-2EC4-44CB-A694-F6F6E59A3985}" type="slidenum">
              <a:rPr lang="en-US" dirty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55500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689236-6FF3-E2EA-D6A7-C7C848B43D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Unchecked exceptions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F5D7EE-8C5C-E086-76DD-F7A68694E5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buFont typeface="Wingdings" panose="020B0604020202020204" pitchFamily="34" charset="0"/>
              <a:buChar char="ü"/>
            </a:pPr>
            <a:endParaRPr lang="en-US">
              <a:ea typeface="+mn-lt"/>
              <a:cs typeface="+mn-lt"/>
            </a:endParaRPr>
          </a:p>
          <a:p>
            <a:pPr>
              <a:buClr>
                <a:srgbClr val="C3B2A7"/>
              </a:buClr>
              <a:buFont typeface="Wingdings" panose="020B0604020202020204" pitchFamily="34" charset="0"/>
              <a:buChar char="ü"/>
            </a:pPr>
            <a:r>
              <a:rPr lang="en-US">
                <a:ea typeface="+mn-lt"/>
                <a:cs typeface="+mn-lt"/>
              </a:rPr>
              <a:t>Unchecked exception = compiler </a:t>
            </a:r>
            <a:r>
              <a:rPr lang="en-US" b="1">
                <a:ea typeface="+mn-lt"/>
                <a:cs typeface="+mn-lt"/>
              </a:rPr>
              <a:t>does NOT force you</a:t>
            </a:r>
            <a:endParaRPr lang="en-US"/>
          </a:p>
          <a:p>
            <a:pPr>
              <a:buClr>
                <a:srgbClr val="C3B2A7"/>
              </a:buClr>
              <a:buFont typeface="Wingdings" panose="020B0604020202020204" pitchFamily="34" charset="0"/>
              <a:buChar char="ü"/>
            </a:pPr>
            <a:r>
              <a:rPr lang="en-US">
                <a:solidFill>
                  <a:schemeClr val="accent2">
                    <a:lumMod val="49000"/>
                  </a:schemeClr>
                </a:solidFill>
                <a:highlight>
                  <a:srgbClr val="C0C0C0"/>
                </a:highlight>
                <a:ea typeface="+mn-lt"/>
                <a:cs typeface="+mn-lt"/>
              </a:rPr>
              <a:t>String name = null; </a:t>
            </a:r>
          </a:p>
          <a:p>
            <a:pPr>
              <a:buClr>
                <a:srgbClr val="C3B2A7"/>
              </a:buClr>
              <a:buFont typeface="Wingdings" panose="020B0604020202020204" pitchFamily="34" charset="0"/>
              <a:buChar char="ü"/>
            </a:pPr>
            <a:r>
              <a:rPr lang="en-US" err="1">
                <a:solidFill>
                  <a:schemeClr val="accent2">
                    <a:lumMod val="49000"/>
                  </a:schemeClr>
                </a:solidFill>
                <a:highlight>
                  <a:srgbClr val="C0C0C0"/>
                </a:highlight>
                <a:ea typeface="+mn-lt"/>
                <a:cs typeface="+mn-lt"/>
              </a:rPr>
              <a:t>System.out.println</a:t>
            </a:r>
            <a:r>
              <a:rPr lang="en-US">
                <a:solidFill>
                  <a:schemeClr val="accent2">
                    <a:lumMod val="49000"/>
                  </a:schemeClr>
                </a:solidFill>
                <a:highlight>
                  <a:srgbClr val="C0C0C0"/>
                </a:highlight>
                <a:ea typeface="+mn-lt"/>
                <a:cs typeface="+mn-lt"/>
              </a:rPr>
              <a:t>(</a:t>
            </a:r>
            <a:r>
              <a:rPr lang="en-US" err="1">
                <a:solidFill>
                  <a:schemeClr val="accent2">
                    <a:lumMod val="49000"/>
                  </a:schemeClr>
                </a:solidFill>
                <a:highlight>
                  <a:srgbClr val="C0C0C0"/>
                </a:highlight>
                <a:ea typeface="+mn-lt"/>
                <a:cs typeface="+mn-lt"/>
              </a:rPr>
              <a:t>name.length</a:t>
            </a:r>
            <a:r>
              <a:rPr lang="en-US">
                <a:solidFill>
                  <a:schemeClr val="accent2">
                    <a:lumMod val="49000"/>
                  </a:schemeClr>
                </a:solidFill>
                <a:highlight>
                  <a:srgbClr val="C0C0C0"/>
                </a:highlight>
                <a:ea typeface="+mn-lt"/>
                <a:cs typeface="+mn-lt"/>
              </a:rPr>
              <a:t>());</a:t>
            </a:r>
            <a:endParaRPr lang="en-US">
              <a:solidFill>
                <a:schemeClr val="accent2">
                  <a:lumMod val="49000"/>
                </a:schemeClr>
              </a:solidFill>
              <a:highlight>
                <a:srgbClr val="C0C0C0"/>
              </a:highlight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8EE952-1FAB-71B7-54D8-9CD4D456AF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FB926-3308-412F-ADAF-2A4866B00A02}" type="datetime1">
              <a:t>9/8/2026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4FE7B-B962-B9E1-5B0F-0A5BF7C2A9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312E2F-ED89-6C02-1C29-A8DE2E120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78CCF-2EC4-44CB-A694-F6F6E59A3985}" type="slidenum">
              <a:rPr lang="en-US" dirty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9277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AD2DC1-3E81-54BD-F5D3-82535954F0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014412-FAF2-45C5-8C78-8F12EFFE6F27}" type="datetime1">
              <a:rPr lang="en-US"/>
              <a:t>9/8/2026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D03AA1-8CFA-290F-1280-45B0C7DB62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528FDA-6629-13F4-BB6C-BDA51F1CB4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78CCF-2EC4-44CB-A694-F6F6E59A3985}" type="slidenum">
              <a:rPr lang="en-US" dirty="0"/>
              <a:t>13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1BEA15B-F4E0-B019-312C-646C48B63C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9777" y="0"/>
            <a:ext cx="653244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30829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2029BD-5899-B6A1-616F-571D1C5A7A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US"/>
              <a:t>Possible cases where we might face exceptions/errors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034DDD-822C-3E49-075F-F16FC134EA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F0326D53-A2F8-4249-8A08-AEB5A8CFA17A}" type="datetime1">
              <a:pPr>
                <a:spcAft>
                  <a:spcPts val="600"/>
                </a:spcAft>
              </a:pPr>
              <a:t>9/8/2026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8FF010-EF08-7509-E953-2BF0E94A4D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90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A7D426-A951-4C68-8A50-BDE598045A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24578CCF-2EC4-44CB-A694-F6F6E59A3985}" type="slidenum">
              <a:rPr lang="en-US" dirty="0"/>
              <a:pPr>
                <a:spcAft>
                  <a:spcPts val="600"/>
                </a:spcAft>
              </a:pPr>
              <a:t>14</a:t>
            </a:fld>
            <a:endParaRPr lang="en-US"/>
          </a:p>
        </p:txBody>
      </p:sp>
      <p:pic>
        <p:nvPicPr>
          <p:cNvPr id="8" name="Picture 7" descr="Wood human figure">
            <a:extLst>
              <a:ext uri="{FF2B5EF4-FFF2-40B4-BE49-F238E27FC236}">
                <a16:creationId xmlns:a16="http://schemas.microsoft.com/office/drawing/2014/main" id="{47BA14FF-2C69-9302-0EF9-60083CB4648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-2" b="32232"/>
          <a:stretch>
            <a:fillRect/>
          </a:stretch>
        </p:blipFill>
        <p:spPr>
          <a:xfrm>
            <a:off x="1090168" y="2138680"/>
            <a:ext cx="9197131" cy="419893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245961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405E2F-74CA-0BA5-FCA3-125402327E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502920"/>
            <a:ext cx="9634011" cy="492443"/>
          </a:xfrm>
        </p:spPr>
        <p:txBody>
          <a:bodyPr>
            <a:normAutofit fontScale="90000"/>
          </a:bodyPr>
          <a:lstStyle/>
          <a:p>
            <a:r>
              <a:rPr lang="en-US"/>
              <a:t>In-class task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FFCCB9-A8FE-3720-1C05-9A4F0DA2FD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980440"/>
            <a:ext cx="9634011" cy="5245418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1">
                <a:ea typeface="+mn-lt"/>
                <a:cs typeface="+mn-lt"/>
              </a:rPr>
              <a:t>Exception Exploration Challenge</a:t>
            </a:r>
            <a:endParaRPr lang="en-US" sz="1400"/>
          </a:p>
          <a:p>
            <a:pPr lvl="3" indent="-285750">
              <a:lnSpc>
                <a:spcPct val="100000"/>
              </a:lnSpc>
              <a:buClr>
                <a:srgbClr val="C3B2A7"/>
              </a:buClr>
              <a:buFont typeface="Arial" panose="020B0604020202020204" pitchFamily="34" charset="0"/>
              <a:buChar char="•"/>
            </a:pPr>
            <a:r>
              <a:rPr lang="en-US" sz="1400" b="1">
                <a:ea typeface="+mn-lt"/>
                <a:cs typeface="+mn-lt"/>
              </a:rPr>
              <a:t>Working with your partner/group, use the official Java API documentation to investigate Java exceptions.</a:t>
            </a:r>
            <a:endParaRPr lang="en-US" sz="1400" b="1"/>
          </a:p>
          <a:p>
            <a:pPr>
              <a:lnSpc>
                <a:spcPct val="100000"/>
              </a:lnSpc>
              <a:buClr>
                <a:srgbClr val="C3B2A7"/>
              </a:buClr>
            </a:pPr>
            <a:r>
              <a:rPr lang="en-US" sz="1400">
                <a:ea typeface="+mn-lt"/>
                <a:cs typeface="+mn-lt"/>
              </a:rPr>
              <a:t>Create </a:t>
            </a:r>
            <a:r>
              <a:rPr lang="en-US" sz="1400" b="1">
                <a:ea typeface="+mn-lt"/>
                <a:cs typeface="+mn-lt"/>
              </a:rPr>
              <a:t>3 small Java programs</a:t>
            </a:r>
            <a:r>
              <a:rPr lang="en-US" sz="1400">
                <a:ea typeface="+mn-lt"/>
                <a:cs typeface="+mn-lt"/>
              </a:rPr>
              <a:t> that collectively demonstrate </a:t>
            </a:r>
            <a:r>
              <a:rPr lang="en-US" sz="1400" b="1">
                <a:ea typeface="+mn-lt"/>
                <a:cs typeface="+mn-lt"/>
              </a:rPr>
              <a:t>at least 10 different exception types</a:t>
            </a:r>
            <a:r>
              <a:rPr lang="en-US" sz="1400">
                <a:ea typeface="+mn-lt"/>
                <a:cs typeface="+mn-lt"/>
              </a:rPr>
              <a:t>.</a:t>
            </a:r>
            <a:endParaRPr lang="en-US" sz="1400"/>
          </a:p>
          <a:p>
            <a:pPr>
              <a:lnSpc>
                <a:spcPct val="100000"/>
              </a:lnSpc>
              <a:buClr>
                <a:srgbClr val="C3B2A7"/>
              </a:buClr>
            </a:pPr>
            <a:r>
              <a:rPr lang="en-US" sz="1400">
                <a:ea typeface="+mn-lt"/>
                <a:cs typeface="+mn-lt"/>
              </a:rPr>
              <a:t>Across your three programs:</a:t>
            </a:r>
            <a:endParaRPr lang="en-US" sz="1400"/>
          </a:p>
          <a:p>
            <a:pPr marL="514350" lvl="1" indent="-285750">
              <a:lnSpc>
                <a:spcPct val="100000"/>
              </a:lnSpc>
              <a:buFont typeface="Wingdings"/>
              <a:buChar char="§"/>
            </a:pPr>
            <a:r>
              <a:rPr lang="en-US" sz="1400">
                <a:ea typeface="+mn-lt"/>
                <a:cs typeface="+mn-lt"/>
              </a:rPr>
              <a:t>Demonstrate at least </a:t>
            </a:r>
            <a:r>
              <a:rPr lang="en-US" sz="1400" b="1">
                <a:ea typeface="+mn-lt"/>
                <a:cs typeface="+mn-lt"/>
              </a:rPr>
              <a:t>10 distinct exceptions</a:t>
            </a:r>
            <a:r>
              <a:rPr lang="en-US" sz="1400">
                <a:ea typeface="+mn-lt"/>
                <a:cs typeface="+mn-lt"/>
              </a:rPr>
              <a:t>. </a:t>
            </a:r>
          </a:p>
          <a:p>
            <a:pPr marL="514350" lvl="1" indent="-285750">
              <a:lnSpc>
                <a:spcPct val="100000"/>
              </a:lnSpc>
              <a:buFont typeface="Wingdings"/>
              <a:buChar char="§"/>
            </a:pPr>
            <a:r>
              <a:rPr lang="en-US" sz="1400">
                <a:ea typeface="+mn-lt"/>
                <a:cs typeface="+mn-lt"/>
              </a:rPr>
              <a:t>Include both </a:t>
            </a:r>
            <a:r>
              <a:rPr lang="en-US" sz="1400" b="1">
                <a:ea typeface="+mn-lt"/>
                <a:cs typeface="+mn-lt"/>
              </a:rPr>
              <a:t>checked and unchecked</a:t>
            </a:r>
            <a:r>
              <a:rPr lang="en-US" sz="1400">
                <a:ea typeface="+mn-lt"/>
                <a:cs typeface="+mn-lt"/>
              </a:rPr>
              <a:t> exceptions. </a:t>
            </a:r>
            <a:endParaRPr lang="en-US" sz="1400"/>
          </a:p>
          <a:p>
            <a:pPr marL="514350" lvl="1" indent="-285750">
              <a:lnSpc>
                <a:spcPct val="100000"/>
              </a:lnSpc>
              <a:buFont typeface="Wingdings"/>
              <a:buChar char="§"/>
            </a:pPr>
            <a:r>
              <a:rPr lang="en-US" sz="1400">
                <a:ea typeface="+mn-lt"/>
                <a:cs typeface="+mn-lt"/>
              </a:rPr>
              <a:t>For each exception, identify its name and explain </a:t>
            </a:r>
            <a:r>
              <a:rPr lang="en-US" sz="1400" b="1">
                <a:ea typeface="+mn-lt"/>
                <a:cs typeface="+mn-lt"/>
              </a:rPr>
              <a:t>what caused it</a:t>
            </a:r>
            <a:r>
              <a:rPr lang="en-US" sz="1400">
                <a:ea typeface="+mn-lt"/>
                <a:cs typeface="+mn-lt"/>
              </a:rPr>
              <a:t>. </a:t>
            </a:r>
            <a:endParaRPr lang="en-US" sz="1400"/>
          </a:p>
          <a:p>
            <a:pPr marL="514350" lvl="1" indent="-285750">
              <a:lnSpc>
                <a:spcPct val="100000"/>
              </a:lnSpc>
              <a:buFont typeface="Wingdings"/>
              <a:buChar char="§"/>
            </a:pPr>
            <a:r>
              <a:rPr lang="en-US" sz="1400">
                <a:ea typeface="+mn-lt"/>
                <a:cs typeface="+mn-lt"/>
              </a:rPr>
              <a:t> Handle appropriate exceptions using </a:t>
            </a:r>
            <a:r>
              <a:rPr lang="en-US" sz="1400">
                <a:latin typeface="Consolas"/>
              </a:rPr>
              <a:t>try</a:t>
            </a:r>
            <a:r>
              <a:rPr lang="en-US" sz="1400">
                <a:ea typeface="+mn-lt"/>
                <a:cs typeface="+mn-lt"/>
              </a:rPr>
              <a:t>/</a:t>
            </a:r>
            <a:r>
              <a:rPr lang="en-US" sz="1400">
                <a:latin typeface="Consolas"/>
              </a:rPr>
              <a:t>catch</a:t>
            </a:r>
            <a:r>
              <a:rPr lang="en-US" sz="1400">
                <a:ea typeface="+mn-lt"/>
                <a:cs typeface="+mn-lt"/>
              </a:rPr>
              <a:t>. </a:t>
            </a:r>
          </a:p>
          <a:p>
            <a:pPr marL="514350" lvl="1" indent="-285750">
              <a:lnSpc>
                <a:spcPct val="100000"/>
              </a:lnSpc>
              <a:buFont typeface="Wingdings"/>
              <a:buChar char="§"/>
            </a:pPr>
            <a:r>
              <a:rPr lang="en-US" sz="1400">
                <a:ea typeface="+mn-lt"/>
                <a:cs typeface="+mn-lt"/>
              </a:rPr>
              <a:t> Use </a:t>
            </a:r>
            <a:r>
              <a:rPr lang="en-US" sz="1400" b="1">
                <a:ea typeface="+mn-lt"/>
                <a:cs typeface="+mn-lt"/>
              </a:rPr>
              <a:t>multiple </a:t>
            </a:r>
            <a:r>
              <a:rPr lang="en-US" sz="1400" b="1">
                <a:latin typeface="Consolas"/>
              </a:rPr>
              <a:t>catch</a:t>
            </a:r>
            <a:r>
              <a:rPr lang="en-US" sz="1400" b="1">
                <a:ea typeface="+mn-lt"/>
                <a:cs typeface="+mn-lt"/>
              </a:rPr>
              <a:t> blocks</a:t>
            </a:r>
            <a:r>
              <a:rPr lang="en-US" sz="1400">
                <a:ea typeface="+mn-lt"/>
                <a:cs typeface="+mn-lt"/>
              </a:rPr>
              <a:t> in at least one program. </a:t>
            </a:r>
            <a:endParaRPr lang="en-US" sz="1400"/>
          </a:p>
          <a:p>
            <a:pPr marL="514350" lvl="1" indent="-285750">
              <a:lnSpc>
                <a:spcPct val="100000"/>
              </a:lnSpc>
              <a:buFont typeface="Wingdings"/>
              <a:buChar char="§"/>
            </a:pPr>
            <a:r>
              <a:rPr lang="en-US" sz="1400">
                <a:ea typeface="+mn-lt"/>
                <a:cs typeface="+mn-lt"/>
              </a:rPr>
              <a:t> Use </a:t>
            </a:r>
            <a:r>
              <a:rPr lang="en-US" sz="1400">
                <a:latin typeface="Consolas"/>
              </a:rPr>
              <a:t>finally</a:t>
            </a:r>
            <a:r>
              <a:rPr lang="en-US" sz="1400">
                <a:ea typeface="+mn-lt"/>
                <a:cs typeface="+mn-lt"/>
              </a:rPr>
              <a:t> in at least one program. </a:t>
            </a:r>
          </a:p>
          <a:p>
            <a:pPr marL="514350" lvl="1" indent="-285750">
              <a:lnSpc>
                <a:spcPct val="100000"/>
              </a:lnSpc>
              <a:buFont typeface="Wingdings"/>
              <a:buChar char="§"/>
            </a:pPr>
            <a:r>
              <a:rPr lang="en-US" sz="1400">
                <a:ea typeface="+mn-lt"/>
                <a:cs typeface="+mn-lt"/>
              </a:rPr>
              <a:t> Use </a:t>
            </a:r>
            <a:r>
              <a:rPr lang="en-US" sz="1400" b="1">
                <a:latin typeface="Consolas"/>
              </a:rPr>
              <a:t>throws</a:t>
            </a:r>
            <a:r>
              <a:rPr lang="en-US" sz="1400">
                <a:ea typeface="+mn-lt"/>
                <a:cs typeface="+mn-lt"/>
              </a:rPr>
              <a:t> in at least one method. </a:t>
            </a:r>
            <a:endParaRPr lang="en-US" sz="1400"/>
          </a:p>
          <a:p>
            <a:pPr>
              <a:lnSpc>
                <a:spcPct val="100000"/>
              </a:lnSpc>
            </a:pPr>
            <a:r>
              <a:rPr lang="en-US" sz="1400">
                <a:ea typeface="+mn-lt"/>
                <a:cs typeface="+mn-lt"/>
              </a:rPr>
              <a:t>For at least one exception, print information from the exception object </a:t>
            </a:r>
          </a:p>
          <a:p>
            <a:pPr>
              <a:lnSpc>
                <a:spcPct val="100000"/>
              </a:lnSpc>
              <a:buClr>
                <a:srgbClr val="C3B2A7"/>
              </a:buClr>
            </a:pPr>
            <a:r>
              <a:rPr lang="en-US" sz="1400">
                <a:ea typeface="+mn-lt"/>
                <a:cs typeface="+mn-lt"/>
              </a:rPr>
              <a:t>using </a:t>
            </a:r>
            <a:r>
              <a:rPr lang="en-US" sz="1400" err="1">
                <a:latin typeface="Consolas"/>
              </a:rPr>
              <a:t>getMessage</a:t>
            </a:r>
            <a:r>
              <a:rPr lang="en-US" sz="1400">
                <a:latin typeface="Consolas"/>
              </a:rPr>
              <a:t>()</a:t>
            </a:r>
            <a:r>
              <a:rPr lang="en-US" sz="1400">
                <a:ea typeface="+mn-lt"/>
                <a:cs typeface="+mn-lt"/>
              </a:rPr>
              <a:t>, </a:t>
            </a:r>
            <a:r>
              <a:rPr lang="en-US" sz="1400" err="1">
                <a:latin typeface="Consolas"/>
              </a:rPr>
              <a:t>getClass</a:t>
            </a:r>
            <a:r>
              <a:rPr lang="en-US" sz="1400">
                <a:latin typeface="Consolas"/>
              </a:rPr>
              <a:t>()</a:t>
            </a:r>
            <a:r>
              <a:rPr lang="en-US" sz="1400">
                <a:ea typeface="+mn-lt"/>
                <a:cs typeface="+mn-lt"/>
              </a:rPr>
              <a:t>, or </a:t>
            </a:r>
            <a:r>
              <a:rPr lang="en-US" sz="1400" err="1">
                <a:latin typeface="Consolas"/>
              </a:rPr>
              <a:t>printStackTrace</a:t>
            </a:r>
            <a:r>
              <a:rPr lang="en-US" sz="1400">
                <a:latin typeface="Consolas"/>
              </a:rPr>
              <a:t>()</a:t>
            </a:r>
            <a:r>
              <a:rPr lang="en-US" sz="1400">
                <a:ea typeface="+mn-lt"/>
                <a:cs typeface="+mn-lt"/>
              </a:rPr>
              <a:t>. </a:t>
            </a:r>
            <a:endParaRPr lang="en-US" sz="1400"/>
          </a:p>
          <a:p>
            <a:pPr>
              <a:lnSpc>
                <a:spcPct val="100000"/>
              </a:lnSpc>
            </a:pPr>
            <a:r>
              <a:rPr lang="en-US" sz="1400">
                <a:ea typeface="+mn-lt"/>
                <a:cs typeface="+mn-lt"/>
              </a:rPr>
              <a:t>Include a comment identifying each exception as </a:t>
            </a:r>
            <a:r>
              <a:rPr lang="en-US" sz="1400" b="1">
                <a:ea typeface="+mn-lt"/>
                <a:cs typeface="+mn-lt"/>
              </a:rPr>
              <a:t>checked or unchecked</a:t>
            </a:r>
            <a:r>
              <a:rPr lang="en-US" sz="1400">
                <a:ea typeface="+mn-lt"/>
                <a:cs typeface="+mn-lt"/>
              </a:rPr>
              <a:t>. </a:t>
            </a:r>
            <a:endParaRPr lang="en-US" sz="1400"/>
          </a:p>
          <a:p>
            <a:pPr>
              <a:lnSpc>
                <a:spcPct val="100000"/>
              </a:lnSpc>
            </a:pPr>
            <a:r>
              <a:rPr lang="en-US" sz="1400">
                <a:ea typeface="+mn-lt"/>
                <a:cs typeface="+mn-lt"/>
              </a:rPr>
              <a:t>Be prepared to demonstrate one interesting exception to the class. </a:t>
            </a:r>
            <a:endParaRPr lang="en-US" sz="1400"/>
          </a:p>
          <a:p>
            <a:pPr>
              <a:lnSpc>
                <a:spcPct val="150000"/>
              </a:lnSpc>
              <a:buClr>
                <a:srgbClr val="C3B2A7"/>
              </a:buClr>
            </a:pPr>
            <a:endParaRPr lang="en-US" sz="140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3B76CD-A062-795A-793F-CAF26FFABE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5BD800-914B-4FA0-AC40-8B8CB4E2DE27}" type="datetime1">
              <a:t>9/8/2026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85D842-43D6-9C0C-8CB9-E1B4A7B95F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B3311A-0E18-44BF-875D-A878FFF86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78CCF-2EC4-44CB-A694-F6F6E59A3985}" type="slidenum">
              <a:rPr lang="en-US" dirty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37313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1A8765-FF94-A283-6B71-3B4C766466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Sources you may use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D8B9E1-15B8-39DC-D578-DAD583E921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endParaRPr lang="en-US">
              <a:ea typeface="+mn-lt"/>
              <a:cs typeface="+mn-lt"/>
            </a:endParaRPr>
          </a:p>
          <a:p>
            <a:r>
              <a:rPr lang="en-US">
                <a:ea typeface="+mn-lt"/>
                <a:cs typeface="+mn-lt"/>
                <a:hlinkClick r:id="rId2"/>
              </a:rPr>
              <a:t>https://docs.oracle.com/en/java/javase/25/docs/api/java.base/java/lang/Exception.html</a:t>
            </a:r>
            <a:endParaRPr lang="en-US">
              <a:ea typeface="+mn-lt"/>
              <a:cs typeface="+mn-lt"/>
            </a:endParaRPr>
          </a:p>
          <a:p>
            <a:pPr>
              <a:buClr>
                <a:srgbClr val="C3B2A7"/>
              </a:buClr>
            </a:pPr>
            <a:endParaRPr lang="en-US"/>
          </a:p>
          <a:p>
            <a:pPr>
              <a:buClr>
                <a:srgbClr val="C3B2A7"/>
              </a:buClr>
            </a:pPr>
            <a:r>
              <a:rPr lang="en-US">
                <a:ea typeface="+mn-lt"/>
                <a:cs typeface="+mn-lt"/>
                <a:hlinkClick r:id="rId3"/>
              </a:rPr>
              <a:t>https://docs.oracle.com/en/java/javase/25/docs/api/java.base/java/lang/RuntimeException.html</a:t>
            </a:r>
          </a:p>
          <a:p>
            <a:pPr>
              <a:buClr>
                <a:srgbClr val="C3B2A7"/>
              </a:buClr>
            </a:pPr>
            <a:endParaRPr lang="en-US">
              <a:ea typeface="+mn-lt"/>
              <a:cs typeface="+mn-lt"/>
            </a:endParaRPr>
          </a:p>
          <a:p>
            <a:pPr>
              <a:buClr>
                <a:srgbClr val="C3B2A7"/>
              </a:buClr>
            </a:pPr>
            <a:r>
              <a:rPr lang="en-US">
                <a:ea typeface="+mn-lt"/>
                <a:cs typeface="+mn-lt"/>
                <a:hlinkClick r:id="rId4"/>
              </a:rPr>
              <a:t>https://docs.oracle.com/javase/tutorial/essential/exceptions/index.html</a:t>
            </a:r>
            <a:endParaRPr lang="en-US">
              <a:ea typeface="+mn-lt"/>
              <a:cs typeface="+mn-lt"/>
            </a:endParaRPr>
          </a:p>
          <a:p>
            <a:pPr>
              <a:buClr>
                <a:srgbClr val="C3B2A7"/>
              </a:buClr>
            </a:pP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7434B0-C072-6228-0401-C168850E7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7D58A-5F4C-477E-B02F-5A8DBAEB8FE2}" type="datetime1">
              <a:t>9/8/2026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49C9FD-A67D-22B2-FCA3-03385EF485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D33B1A-CEF6-6D9B-DBF8-F920F7D454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78CCF-2EC4-44CB-A694-F6F6E59A3985}" type="slidenum">
              <a:rPr lang="en-US" dirty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8658482"/>
      </p:ext>
    </p:extLst>
  </p:cSld>
  <p:clrMapOvr>
    <a:masterClrMapping/>
  </p:clrMapOvr>
</p:sld>
</file>

<file path=ppt/theme/theme1.xml><?xml version="1.0" encoding="utf-8"?>
<a:theme xmlns:a="http://schemas.openxmlformats.org/drawingml/2006/main" name="BohemianVTI">
  <a:themeElements>
    <a:clrScheme name="BohemianVTI">
      <a:dk1>
        <a:sysClr val="windowText" lastClr="000000"/>
      </a:dk1>
      <a:lt1>
        <a:sysClr val="window" lastClr="FFFFFF"/>
      </a:lt1>
      <a:dk2>
        <a:srgbClr val="323232"/>
      </a:dk2>
      <a:lt2>
        <a:srgbClr val="F4F1EF"/>
      </a:lt2>
      <a:accent1>
        <a:srgbClr val="8F4F58"/>
      </a:accent1>
      <a:accent2>
        <a:srgbClr val="D09182"/>
      </a:accent2>
      <a:accent3>
        <a:srgbClr val="C7A085"/>
      </a:accent3>
      <a:accent4>
        <a:srgbClr val="ADA085"/>
      </a:accent4>
      <a:accent5>
        <a:srgbClr val="5F787F"/>
      </a:accent5>
      <a:accent6>
        <a:srgbClr val="5A6768"/>
      </a:accent6>
      <a:hlink>
        <a:srgbClr val="A25872"/>
      </a:hlink>
      <a:folHlink>
        <a:srgbClr val="667A7E"/>
      </a:folHlink>
    </a:clrScheme>
    <a:fontScheme name="BohemianVTI">
      <a:majorFont>
        <a:latin typeface="Modern Love"/>
        <a:ea typeface=""/>
        <a:cs typeface=""/>
      </a:majorFont>
      <a:minorFont>
        <a:latin typeface="Avenir Next LT Pro"/>
        <a:ea typeface=""/>
        <a:cs typeface=""/>
      </a:minorFont>
    </a:fontScheme>
    <a:fmtScheme name="BohemianVTI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ohemianVTI" id="{AA0957B6-9651-4F50-8EB8-D9F009F1C26A}" vid="{D1E7B544-9A8A-44B5-ABA3-322A5F04534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16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BohemianVTI</vt:lpstr>
      <vt:lpstr>CSC 220  Advanced Programming</vt:lpstr>
      <vt:lpstr>Will the code compile? Will it run?</vt:lpstr>
      <vt:lpstr>PowerPoint Presentation</vt:lpstr>
      <vt:lpstr>PowerPoint Presentation</vt:lpstr>
      <vt:lpstr>Does the error still exist?</vt:lpstr>
      <vt:lpstr>PowerPoint Presentation</vt:lpstr>
      <vt:lpstr>catch (Exception e)</vt:lpstr>
      <vt:lpstr>PowerPoint Presentation</vt:lpstr>
      <vt:lpstr>catch (Exception e) </vt:lpstr>
      <vt:lpstr>Ways to handle ...</vt:lpstr>
      <vt:lpstr>Checked Exceptions</vt:lpstr>
      <vt:lpstr>Unchecked exceptions</vt:lpstr>
      <vt:lpstr>PowerPoint Presentation</vt:lpstr>
      <vt:lpstr>Possible cases where we might face exceptions/errors</vt:lpstr>
      <vt:lpstr>In-class task</vt:lpstr>
      <vt:lpstr>Sources you may use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1</cp:revision>
  <dcterms:created xsi:type="dcterms:W3CDTF">2026-09-07T19:23:02Z</dcterms:created>
  <dcterms:modified xsi:type="dcterms:W3CDTF">2026-09-08T21:01:53Z</dcterms:modified>
</cp:coreProperties>
</file>